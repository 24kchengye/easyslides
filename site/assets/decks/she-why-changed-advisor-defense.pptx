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Default Extension="png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  <Relationship Id="rId3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1: 她为什么换了导师</a:t>
            </a:r>
          </a:p>
          <a:p>
            <a:endParaRPr lang="zh-CN" dirty="0"/>
          </a:p>
          <a:p>
            <a:r>
              <a:rPr lang="zh-CN" dirty="0"/>
              <a:t>• page_role: cover</a:t>
            </a:r>
          </a:p>
          <a:p>
            <a:r>
              <a:rPr lang="zh-CN" dirty="0"/>
              <a:t>• section: opening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2: 目录</a:t>
            </a:r>
          </a:p>
          <a:p>
            <a:endParaRPr lang="zh-CN" dirty="0"/>
          </a:p>
          <a:p>
            <a:r>
              <a:rPr lang="zh-CN" dirty="0"/>
              <a:t>• page_role: toc</a:t>
            </a:r>
          </a:p>
          <a:p>
            <a:r>
              <a:rPr lang="zh-CN" dirty="0"/>
              <a:t>• section: opening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3: 研究背景</a:t>
            </a:r>
          </a:p>
          <a:p>
            <a:endParaRPr lang="zh-CN" dirty="0"/>
          </a:p>
          <a:p>
            <a:r>
              <a:rPr lang="zh-CN" dirty="0"/>
              <a:t>• page_role: chapter</a:t>
            </a:r>
          </a:p>
          <a:p>
            <a:r>
              <a:rPr lang="zh-CN" dirty="0"/>
              <a:t>• section: 研究背景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4: 研究背景：导师制中的关系质量问题</a:t>
            </a:r>
          </a:p>
          <a:p>
            <a:endParaRPr lang="zh-CN" dirty="0"/>
          </a:p>
          <a:p>
            <a:r>
              <a:rPr lang="zh-CN" dirty="0"/>
              <a:t>• page_role: body_text</a:t>
            </a:r>
          </a:p>
          <a:p>
            <a:r>
              <a:rPr lang="zh-CN" dirty="0"/>
              <a:t>• section: 研究背景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来源：学位论文第一章“研究背景”。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5: 议题演进：从导师负责制到导生关系质量</a:t>
            </a:r>
          </a:p>
          <a:p>
            <a:endParaRPr lang="zh-CN" dirty="0"/>
          </a:p>
          <a:p>
            <a:r>
              <a:rPr lang="zh-CN" dirty="0"/>
              <a:t>• page_role: timeline</a:t>
            </a:r>
          </a:p>
          <a:p>
            <a:r>
              <a:rPr lang="zh-CN" dirty="0"/>
              <a:t>• section: 研究背景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来源：第一章研究背景与文献综述。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6: 研究缺口：宏观讨论不足以解释真实关系裂变</a:t>
            </a:r>
          </a:p>
          <a:p>
            <a:endParaRPr lang="zh-CN" dirty="0"/>
          </a:p>
          <a:p>
            <a:r>
              <a:rPr lang="zh-CN" dirty="0"/>
              <a:t>• page_role: compare</a:t>
            </a:r>
          </a:p>
          <a:p>
            <a:r>
              <a:rPr lang="zh-CN" dirty="0"/>
              <a:t>• section: 研究背景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来源：第一章“文献综述”与“研究述评”。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7: 目的及意义</a:t>
            </a:r>
          </a:p>
          <a:p>
            <a:endParaRPr lang="zh-CN" dirty="0"/>
          </a:p>
          <a:p>
            <a:r>
              <a:rPr lang="zh-CN" dirty="0"/>
              <a:t>• page_role: chapter</a:t>
            </a:r>
          </a:p>
          <a:p>
            <a:r>
              <a:rPr lang="zh-CN" dirty="0"/>
              <a:t>• section: 目的及意义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8: 研究问题与研究目标</a:t>
            </a:r>
          </a:p>
          <a:p>
            <a:endParaRPr lang="zh-CN" dirty="0"/>
          </a:p>
          <a:p>
            <a:r>
              <a:rPr lang="zh-CN" dirty="0"/>
              <a:t>• page_role: compare</a:t>
            </a:r>
          </a:p>
          <a:p>
            <a:r>
              <a:rPr lang="zh-CN" dirty="0"/>
              <a:t>• section: 目的及意义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来源：摘要、第一章“研究意义”。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9: 研究意义：从个案进入关系与制度</a:t>
            </a:r>
          </a:p>
          <a:p>
            <a:endParaRPr lang="zh-CN" dirty="0"/>
          </a:p>
          <a:p>
            <a:r>
              <a:rPr lang="zh-CN" dirty="0"/>
              <a:t>• page_role: card_grid</a:t>
            </a:r>
          </a:p>
          <a:p>
            <a:r>
              <a:rPr lang="zh-CN" dirty="0"/>
              <a:t>• section: 目的及意义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来源：第一章“研究意义”。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10: 研究贡献：把“关系问题”放回过程现场</a:t>
            </a:r>
          </a:p>
          <a:p>
            <a:endParaRPr lang="zh-CN" dirty="0"/>
          </a:p>
          <a:p>
            <a:r>
              <a:rPr lang="zh-CN" dirty="0"/>
              <a:t>• page_role: card_grid</a:t>
            </a:r>
          </a:p>
          <a:p>
            <a:r>
              <a:rPr lang="zh-CN" dirty="0"/>
              <a:t>• section: 目的及意义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来源：第二章、第三章、第四章结构。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11: 案例边界：一个换导师事件的相关主体</a:t>
            </a:r>
          </a:p>
          <a:p>
            <a:endParaRPr lang="zh-CN" dirty="0"/>
          </a:p>
          <a:p>
            <a:r>
              <a:rPr lang="zh-CN" dirty="0"/>
              <a:t>• page_role: body_text</a:t>
            </a:r>
          </a:p>
          <a:p>
            <a:r>
              <a:rPr lang="zh-CN" dirty="0"/>
              <a:t>• section: 目的及意义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来源：第一章“研究方法”、第二章开篇说明。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12: 材料与方法</a:t>
            </a:r>
          </a:p>
          <a:p>
            <a:endParaRPr lang="zh-CN" dirty="0"/>
          </a:p>
          <a:p>
            <a:r>
              <a:rPr lang="zh-CN" dirty="0"/>
              <a:t>• page_role: chapter</a:t>
            </a:r>
          </a:p>
          <a:p>
            <a:r>
              <a:rPr lang="zh-CN" dirty="0"/>
              <a:t>• section: 材料与方法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13: 研究设计流程</a:t>
            </a:r>
          </a:p>
          <a:p>
            <a:endParaRPr lang="zh-CN" dirty="0"/>
          </a:p>
          <a:p>
            <a:r>
              <a:rPr lang="zh-CN" dirty="0"/>
              <a:t>• page_role: process_steps</a:t>
            </a:r>
          </a:p>
          <a:p>
            <a:r>
              <a:rPr lang="zh-CN" dirty="0"/>
              <a:t>• section: 材料与方法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来源：第一章“研究方法”。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14: 资料来源与互证逻辑</a:t>
            </a:r>
          </a:p>
          <a:p>
            <a:endParaRPr lang="zh-CN" dirty="0"/>
          </a:p>
          <a:p>
            <a:r>
              <a:rPr lang="zh-CN" dirty="0"/>
              <a:t>• page_role: matrix</a:t>
            </a:r>
          </a:p>
          <a:p>
            <a:r>
              <a:rPr lang="zh-CN" dirty="0"/>
              <a:t>• section: 材料与方法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来源：第一章访谈对象说明、第三章事实厘清。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15: 研究效度与伦理控制</a:t>
            </a:r>
          </a:p>
          <a:p>
            <a:endParaRPr lang="zh-CN" dirty="0"/>
          </a:p>
          <a:p>
            <a:r>
              <a:rPr lang="zh-CN" dirty="0"/>
              <a:t>• page_role: body_text</a:t>
            </a:r>
          </a:p>
          <a:p>
            <a:r>
              <a:rPr lang="zh-CN" dirty="0"/>
              <a:t>• section: 材料与方法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来源：第一章“研究效度与研究伦理”。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16: 分析框架：从叙事材料到机制解释</a:t>
            </a:r>
          </a:p>
          <a:p>
            <a:endParaRPr lang="zh-CN" dirty="0"/>
          </a:p>
          <a:p>
            <a:r>
              <a:rPr lang="zh-CN" dirty="0"/>
              <a:t>• page_role: data_grid</a:t>
            </a:r>
          </a:p>
          <a:p>
            <a:r>
              <a:rPr lang="zh-CN" dirty="0"/>
              <a:t>• section: 材料与方法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来源：论文第二至四章结构。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17: 结果与分析</a:t>
            </a:r>
          </a:p>
          <a:p>
            <a:endParaRPr lang="zh-CN" dirty="0"/>
          </a:p>
          <a:p>
            <a:r>
              <a:rPr lang="zh-CN" dirty="0"/>
              <a:t>• page_role: chapter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18: 事件主线：从期待到裂变</a:t>
            </a:r>
          </a:p>
          <a:p>
            <a:endParaRPr lang="zh-CN" dirty="0"/>
          </a:p>
          <a:p>
            <a:r>
              <a:rPr lang="zh-CN" dirty="0"/>
              <a:t>• page_role: figure_single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来源：第二章“换导师事件的来龙去脉”。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19: 相识与蜜月：表层稳定下的结构落差</a:t>
            </a:r>
          </a:p>
          <a:p>
            <a:endParaRPr lang="zh-CN" dirty="0"/>
          </a:p>
          <a:p>
            <a:r>
              <a:rPr lang="zh-CN" dirty="0"/>
              <a:t>• page_role: figure_pair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来源：第二章、第三章“相识”。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20: 冲突升级：论文写作成为导火索</a:t>
            </a:r>
          </a:p>
          <a:p>
            <a:endParaRPr lang="zh-CN" dirty="0"/>
          </a:p>
          <a:p>
            <a:r>
              <a:rPr lang="zh-CN" dirty="0"/>
              <a:t>• page_role: data_grid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来源：第二章“一波三折写论文”。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21: 事实厘清：换导师事件的结构链</a:t>
            </a:r>
          </a:p>
          <a:p>
            <a:endParaRPr lang="zh-CN" dirty="0"/>
          </a:p>
          <a:p>
            <a:r>
              <a:rPr lang="zh-CN" dirty="0"/>
              <a:t>• page_role: figure_single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来源：论文图一，第三章事实厘清。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22: 主观原因：理想、志趣与生涯规划摇摆</a:t>
            </a:r>
          </a:p>
          <a:p>
            <a:endParaRPr lang="zh-CN" dirty="0"/>
          </a:p>
          <a:p>
            <a:r>
              <a:rPr lang="zh-CN" dirty="0"/>
              <a:t>• page_role: card_grid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来源：摘要、第三章“理想与现实的落差”。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23: 关键机制：认同危机与情感淡漠</a:t>
            </a:r>
          </a:p>
          <a:p>
            <a:endParaRPr lang="zh-CN" dirty="0"/>
          </a:p>
          <a:p>
            <a:r>
              <a:rPr lang="zh-CN" dirty="0"/>
              <a:t>• page_role: figure_pair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来源：第三章“相知：认同危机与情感淡漠”。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24: 促成因素：更换导师得以成功的助推力</a:t>
            </a:r>
          </a:p>
          <a:p>
            <a:endParaRPr lang="zh-CN" dirty="0"/>
          </a:p>
          <a:p>
            <a:r>
              <a:rPr lang="zh-CN" dirty="0"/>
              <a:t>• page_role: figure_single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来源：第二章“柳暗花明换导师”、摘要。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25: 结论与讨论</a:t>
            </a:r>
          </a:p>
          <a:p>
            <a:endParaRPr lang="zh-CN" dirty="0"/>
          </a:p>
          <a:p>
            <a:r>
              <a:rPr lang="zh-CN" dirty="0"/>
              <a:t>• page_role: chapter</a:t>
            </a:r>
          </a:p>
          <a:p>
            <a:r>
              <a:rPr lang="zh-CN" dirty="0"/>
              <a:t>• section: 结论与讨论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26: 导师制反思：问题不止发生在个体之间</a:t>
            </a:r>
          </a:p>
          <a:p>
            <a:endParaRPr lang="zh-CN" dirty="0"/>
          </a:p>
          <a:p>
            <a:r>
              <a:rPr lang="zh-CN" dirty="0"/>
              <a:t>• page_role: data_grid</a:t>
            </a:r>
          </a:p>
          <a:p>
            <a:r>
              <a:rPr lang="zh-CN" dirty="0"/>
              <a:t>• section: 结论与讨论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来源：第四章“导师制视角下换导师事件的反思”。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27: 结论与建议：给导生关系留出可流动的制度空间</a:t>
            </a:r>
          </a:p>
          <a:p>
            <a:endParaRPr lang="zh-CN" dirty="0"/>
          </a:p>
          <a:p>
            <a:r>
              <a:rPr lang="zh-CN" dirty="0"/>
              <a:t>• page_role: card_grid</a:t>
            </a:r>
          </a:p>
          <a:p>
            <a:r>
              <a:rPr lang="zh-CN" dirty="0"/>
              <a:t>• section: 结论与讨论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来源：结语、第四章导师制反思。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28: 主要参考文献</a:t>
            </a:r>
          </a:p>
          <a:p>
            <a:endParaRPr lang="zh-CN" dirty="0"/>
          </a:p>
          <a:p>
            <a:r>
              <a:rPr lang="zh-CN" dirty="0"/>
              <a:t>• page_role: references</a:t>
            </a:r>
          </a:p>
          <a:p>
            <a:r>
              <a:rPr lang="zh-CN" dirty="0"/>
              <a:t>• section: 结论与讨论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29: 恳请老师批评指正！</a:t>
            </a:r>
          </a:p>
          <a:p>
            <a:endParaRPr lang="zh-CN" dirty="0"/>
          </a:p>
          <a:p>
            <a:r>
              <a:rPr lang="zh-CN" dirty="0"/>
              <a:t>• page_role: closing</a:t>
            </a:r>
          </a:p>
          <a:p>
            <a:r>
              <a:rPr lang="zh-CN" dirty="0"/>
              <a:t>• section: closing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b952f6881a4f538.jpg"/>
  <Relationship Id="rId3" Type="http://schemas.openxmlformats.org/officeDocument/2006/relationships/image" Target="../media/image_938ba575f1086e90.png"/>
  <Relationship Id="rId4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fcd4cdd597a4f92.jpg"/>
  <Relationship Id="rId3" Type="http://schemas.openxmlformats.org/officeDocument/2006/relationships/image" Target="../media/image_938ba575f1086e90.png"/>
  <Relationship Id="rId4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8ba575f1086e90.png"/>
  <Relationship Id="rId3" Type="http://schemas.openxmlformats.org/officeDocument/2006/relationships/notesSlide" Target="../notesSlides/notesSlide2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1826038"/>
            <a:ext cx="12192000" cy="2467642"/>
            <a:chOff x="0" y="1826038"/>
            <a:chExt cx="12192000" cy="2467642"/>
          </a:xfrm>
        </p:grpSpPr>
        <p:sp>
          <p:nvSpPr>
            <p:cNvPr id="3" name="Rectangle 3"/>
            <p:cNvSpPr/>
            <p:nvPr/>
          </p:nvSpPr>
          <p:spPr>
            <a:xfrm>
              <a:off x="0" y="1826038"/>
              <a:ext cx="12192000" cy="246764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171861" y="2423636"/>
            <a:ext cx="9906000" cy="944880"/>
            <a:chOff x="1171861" y="2423636"/>
            <a:chExt cx="9906000" cy="944880"/>
          </a:xfrm>
        </p:grpSpPr>
        <p:sp>
          <p:nvSpPr>
            <p:cNvPr id="5" name="Rectangle 5"/>
            <p:cNvSpPr/>
            <p:nvPr/>
          </p:nvSpPr>
          <p:spPr>
            <a:xfrm>
              <a:off x="2290762" y="2499836"/>
              <a:ext cx="7668292" cy="82991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71861" y="2423636"/>
              <a:ext cx="990600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4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她为什么换了导师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3644" y="3311080"/>
            <a:ext cx="8744712" cy="386048"/>
            <a:chOff x="1723644" y="3311080"/>
            <a:chExt cx="8744712" cy="386048"/>
          </a:xfrm>
        </p:grpSpPr>
        <p:sp>
          <p:nvSpPr>
            <p:cNvPr id="8" name="Rectangle 8"/>
            <p:cNvSpPr/>
            <p:nvPr/>
          </p:nvSpPr>
          <p:spPr>
            <a:xfrm>
              <a:off x="1723644" y="3311080"/>
              <a:ext cx="8744712" cy="38604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09750" y="3316129"/>
              <a:ext cx="8572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600" dirty="0">
                  <a:solidFill>
                    <a:srgbClr val="FFFFFF"/>
                  </a:solidFill>
                  <a:latin typeface="微软雅黑 Light"/>
                  <a:ea typeface="Microsoft YaHei"/>
                  <a:cs typeface="微软雅黑 Light"/>
                </a:rPr>
                <a:t>一项导生关系的案例研究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4300" y="101632"/>
            <a:ext cx="702183" cy="702183"/>
            <a:chOff x="114300" y="101632"/>
            <a:chExt cx="702183" cy="702183"/>
          </a:xfrm>
        </p:grpSpPr>
        <p:sp>
          <p:nvSpPr>
            <p:cNvPr id="11" name="Freeform 11"/>
            <p:cNvSpPr/>
            <p:nvPr/>
          </p:nvSpPr>
          <p:spPr>
            <a:xfrm>
              <a:off x="125254" y="112586"/>
              <a:ext cx="67913" cy="67913"/>
            </a:xfrm>
            <a:custGeom>
              <a:avLst/>
              <a:gdLst/>
              <a:ahLst/>
              <a:cxnLst/>
              <a:rect l="l" t="t" r="r" b="b"/>
              <a:pathLst>
                <a:path w="67913" h="67913">
                  <a:moveTo>
                    <a:pt x="34004" y="67913"/>
                  </a:moveTo>
                  <a:cubicBezTo>
                    <a:pt x="52673" y="67913"/>
                    <a:pt x="67913" y="52768"/>
                    <a:pt x="67913" y="33909"/>
                  </a:cubicBezTo>
                  <a:cubicBezTo>
                    <a:pt x="67913" y="15240"/>
                    <a:pt x="52769" y="0"/>
                    <a:pt x="34004" y="0"/>
                  </a:cubicBezTo>
                  <a:cubicBezTo>
                    <a:pt x="15335" y="0"/>
                    <a:pt x="0" y="15145"/>
                    <a:pt x="0" y="33909"/>
                  </a:cubicBezTo>
                  <a:cubicBezTo>
                    <a:pt x="0" y="52768"/>
                    <a:pt x="15335" y="67913"/>
                    <a:pt x="34004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70510" y="104966"/>
              <a:ext cx="83153" cy="83058"/>
            </a:xfrm>
            <a:custGeom>
              <a:avLst/>
              <a:gdLst/>
              <a:ahLst/>
              <a:cxnLst/>
              <a:rect l="l" t="t" r="r" b="b"/>
              <a:pathLst>
                <a:path w="83153" h="83058">
                  <a:moveTo>
                    <a:pt x="41624" y="83058"/>
                  </a:moveTo>
                  <a:cubicBezTo>
                    <a:pt x="64580" y="83058"/>
                    <a:pt x="83153" y="64484"/>
                    <a:pt x="83153" y="41529"/>
                  </a:cubicBezTo>
                  <a:cubicBezTo>
                    <a:pt x="83153" y="18574"/>
                    <a:pt x="64580" y="0"/>
                    <a:pt x="41624" y="0"/>
                  </a:cubicBezTo>
                  <a:cubicBezTo>
                    <a:pt x="18669" y="0"/>
                    <a:pt x="95" y="18574"/>
                    <a:pt x="95" y="41529"/>
                  </a:cubicBezTo>
                  <a:cubicBezTo>
                    <a:pt x="0" y="64484"/>
                    <a:pt x="18669" y="83058"/>
                    <a:pt x="41624" y="8305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20052" y="101632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863" y="89821"/>
                  </a:moveTo>
                  <a:cubicBezTo>
                    <a:pt x="69723" y="89821"/>
                    <a:pt x="89821" y="69723"/>
                    <a:pt x="89821" y="44863"/>
                  </a:cubicBezTo>
                  <a:cubicBezTo>
                    <a:pt x="89821" y="20002"/>
                    <a:pt x="69723" y="0"/>
                    <a:pt x="44863" y="0"/>
                  </a:cubicBezTo>
                  <a:cubicBezTo>
                    <a:pt x="20003" y="0"/>
                    <a:pt x="0" y="20002"/>
                    <a:pt x="0" y="44863"/>
                  </a:cubicBezTo>
                  <a:cubicBezTo>
                    <a:pt x="0" y="69723"/>
                    <a:pt x="20193" y="89821"/>
                    <a:pt x="44863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75500" y="104108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35997" y="111919"/>
              <a:ext cx="69342" cy="69437"/>
            </a:xfrm>
            <a:custGeom>
              <a:avLst/>
              <a:gdLst/>
              <a:ahLst/>
              <a:cxnLst/>
              <a:rect l="l" t="t" r="r" b="b"/>
              <a:pathLst>
                <a:path w="69342" h="69437">
                  <a:moveTo>
                    <a:pt x="34671" y="69437"/>
                  </a:moveTo>
                  <a:cubicBezTo>
                    <a:pt x="53912" y="69437"/>
                    <a:pt x="69342" y="53912"/>
                    <a:pt x="69342" y="34766"/>
                  </a:cubicBezTo>
                  <a:cubicBezTo>
                    <a:pt x="69342" y="15526"/>
                    <a:pt x="53912" y="0"/>
                    <a:pt x="34671" y="0"/>
                  </a:cubicBezTo>
                  <a:cubicBezTo>
                    <a:pt x="15526" y="0"/>
                    <a:pt x="0" y="15526"/>
                    <a:pt x="0" y="34766"/>
                  </a:cubicBezTo>
                  <a:cubicBezTo>
                    <a:pt x="0" y="53912"/>
                    <a:pt x="15526" y="69437"/>
                    <a:pt x="34671" y="6943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17729" y="257937"/>
              <a:ext cx="82963" cy="83058"/>
            </a:xfrm>
            <a:custGeom>
              <a:avLst/>
              <a:gdLst/>
              <a:ahLst/>
              <a:cxnLst/>
              <a:rect l="l" t="t" r="r" b="b"/>
              <a:pathLst>
                <a:path w="82963" h="83058">
                  <a:moveTo>
                    <a:pt x="82963" y="41529"/>
                  </a:moveTo>
                  <a:cubicBezTo>
                    <a:pt x="82963" y="64484"/>
                    <a:pt x="64389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574"/>
                    <a:pt x="18574" y="0"/>
                    <a:pt x="41529" y="0"/>
                  </a:cubicBezTo>
                  <a:cubicBezTo>
                    <a:pt x="64389" y="0"/>
                    <a:pt x="82963" y="18574"/>
                    <a:pt x="82963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60414" y="247745"/>
              <a:ext cx="103442" cy="103441"/>
            </a:xfrm>
            <a:custGeom>
              <a:avLst/>
              <a:gdLst/>
              <a:ahLst/>
              <a:cxnLst/>
              <a:rect l="l" t="t" r="r" b="b"/>
              <a:pathLst>
                <a:path w="103442" h="103441">
                  <a:moveTo>
                    <a:pt x="51721" y="103441"/>
                  </a:moveTo>
                  <a:cubicBezTo>
                    <a:pt x="80296" y="103441"/>
                    <a:pt x="103442" y="80391"/>
                    <a:pt x="103442" y="51721"/>
                  </a:cubicBezTo>
                  <a:cubicBezTo>
                    <a:pt x="103442" y="23050"/>
                    <a:pt x="80391" y="0"/>
                    <a:pt x="51721" y="0"/>
                  </a:cubicBezTo>
                  <a:cubicBezTo>
                    <a:pt x="23241" y="0"/>
                    <a:pt x="0" y="23146"/>
                    <a:pt x="0" y="51721"/>
                  </a:cubicBezTo>
                  <a:cubicBezTo>
                    <a:pt x="0" y="80200"/>
                    <a:pt x="23051" y="103441"/>
                    <a:pt x="51721" y="10344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07670" y="24212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340"/>
                  </a:moveTo>
                  <a:cubicBezTo>
                    <a:pt x="114586" y="88963"/>
                    <a:pt x="88964" y="114586"/>
                    <a:pt x="57245" y="114586"/>
                  </a:cubicBezTo>
                  <a:cubicBezTo>
                    <a:pt x="25622" y="114586"/>
                    <a:pt x="0" y="88963"/>
                    <a:pt x="0" y="57340"/>
                  </a:cubicBezTo>
                  <a:cubicBezTo>
                    <a:pt x="0" y="25717"/>
                    <a:pt x="25622" y="0"/>
                    <a:pt x="57245" y="0"/>
                  </a:cubicBezTo>
                  <a:cubicBezTo>
                    <a:pt x="88964" y="0"/>
                    <a:pt x="114586" y="25717"/>
                    <a:pt x="114586" y="5734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65309" y="246793"/>
              <a:ext cx="105156" cy="105251"/>
            </a:xfrm>
            <a:custGeom>
              <a:avLst/>
              <a:gdLst/>
              <a:ahLst/>
              <a:cxnLst/>
              <a:rect l="l" t="t" r="r" b="b"/>
              <a:pathLst>
                <a:path w="105156" h="105251">
                  <a:moveTo>
                    <a:pt x="105156" y="52673"/>
                  </a:moveTo>
                  <a:cubicBezTo>
                    <a:pt x="105156" y="81725"/>
                    <a:pt x="81629" y="105251"/>
                    <a:pt x="52578" y="105251"/>
                  </a:cubicBezTo>
                  <a:cubicBezTo>
                    <a:pt x="23527" y="105251"/>
                    <a:pt x="0" y="81725"/>
                    <a:pt x="0" y="52673"/>
                  </a:cubicBezTo>
                  <a:cubicBezTo>
                    <a:pt x="0" y="23622"/>
                    <a:pt x="23527" y="0"/>
                    <a:pt x="52578" y="0"/>
                  </a:cubicBezTo>
                  <a:cubicBezTo>
                    <a:pt x="81629" y="0"/>
                    <a:pt x="105156" y="23622"/>
                    <a:pt x="105156" y="526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728281" y="257080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84773" y="42386"/>
                  </a:moveTo>
                  <a:cubicBezTo>
                    <a:pt x="84773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14300" y="407289"/>
              <a:ext cx="89821" cy="89916"/>
            </a:xfrm>
            <a:custGeom>
              <a:avLst/>
              <a:gdLst/>
              <a:ahLst/>
              <a:cxnLst/>
              <a:rect l="l" t="t" r="r" b="b"/>
              <a:pathLst>
                <a:path w="89821" h="89916">
                  <a:moveTo>
                    <a:pt x="44958" y="89916"/>
                  </a:moveTo>
                  <a:cubicBezTo>
                    <a:pt x="69818" y="89916"/>
                    <a:pt x="89821" y="69818"/>
                    <a:pt x="89821" y="44958"/>
                  </a:cubicBezTo>
                  <a:cubicBezTo>
                    <a:pt x="89821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958"/>
                  </a:cubicBezTo>
                  <a:cubicBezTo>
                    <a:pt x="0" y="69818"/>
                    <a:pt x="20193" y="89916"/>
                    <a:pt x="44958" y="8991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54889" y="395002"/>
              <a:ext cx="114586" cy="114491"/>
            </a:xfrm>
            <a:custGeom>
              <a:avLst/>
              <a:gdLst/>
              <a:ahLst/>
              <a:cxnLst/>
              <a:rect l="l" t="t" r="r" b="b"/>
              <a:pathLst>
                <a:path w="114586" h="114491">
                  <a:moveTo>
                    <a:pt x="114586" y="57245"/>
                  </a:moveTo>
                  <a:cubicBezTo>
                    <a:pt x="114586" y="88868"/>
                    <a:pt x="88868" y="114491"/>
                    <a:pt x="57245" y="114491"/>
                  </a:cubicBezTo>
                  <a:cubicBezTo>
                    <a:pt x="25622" y="114491"/>
                    <a:pt x="0" y="88868"/>
                    <a:pt x="0" y="57245"/>
                  </a:cubicBezTo>
                  <a:cubicBezTo>
                    <a:pt x="0" y="25622"/>
                    <a:pt x="25622" y="0"/>
                    <a:pt x="57245" y="0"/>
                  </a:cubicBezTo>
                  <a:cubicBezTo>
                    <a:pt x="88868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98812" y="386144"/>
              <a:ext cx="132302" cy="132207"/>
            </a:xfrm>
            <a:custGeom>
              <a:avLst/>
              <a:gdLst/>
              <a:ahLst/>
              <a:cxnLst/>
              <a:rect l="l" t="t" r="r" b="b"/>
              <a:pathLst>
                <a:path w="132302" h="132207">
                  <a:moveTo>
                    <a:pt x="132302" y="66103"/>
                  </a:moveTo>
                  <a:cubicBezTo>
                    <a:pt x="132302" y="102584"/>
                    <a:pt x="102680" y="132207"/>
                    <a:pt x="66104" y="132207"/>
                  </a:cubicBezTo>
                  <a:cubicBezTo>
                    <a:pt x="29623" y="132207"/>
                    <a:pt x="0" y="102584"/>
                    <a:pt x="0" y="66103"/>
                  </a:cubicBezTo>
                  <a:cubicBezTo>
                    <a:pt x="0" y="29623"/>
                    <a:pt x="29623" y="0"/>
                    <a:pt x="66104" y="0"/>
                  </a:cubicBezTo>
                  <a:cubicBezTo>
                    <a:pt x="102680" y="0"/>
                    <a:pt x="132302" y="29623"/>
                    <a:pt x="132302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59880" y="394240"/>
              <a:ext cx="116014" cy="116014"/>
            </a:xfrm>
            <a:custGeom>
              <a:avLst/>
              <a:gdLst/>
              <a:ahLst/>
              <a:cxnLst/>
              <a:rect l="l" t="t" r="r" b="b"/>
              <a:pathLst>
                <a:path w="116014" h="116014">
                  <a:moveTo>
                    <a:pt x="116014" y="58007"/>
                  </a:moveTo>
                  <a:cubicBezTo>
                    <a:pt x="116014" y="90107"/>
                    <a:pt x="90011" y="116014"/>
                    <a:pt x="58007" y="116014"/>
                  </a:cubicBezTo>
                  <a:cubicBezTo>
                    <a:pt x="25908" y="116014"/>
                    <a:pt x="0" y="90107"/>
                    <a:pt x="0" y="58007"/>
                  </a:cubicBezTo>
                  <a:cubicBezTo>
                    <a:pt x="0" y="26003"/>
                    <a:pt x="25908" y="0"/>
                    <a:pt x="58007" y="0"/>
                  </a:cubicBezTo>
                  <a:cubicBezTo>
                    <a:pt x="90011" y="0"/>
                    <a:pt x="116014" y="26003"/>
                    <a:pt x="116014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24852" y="406432"/>
              <a:ext cx="91631" cy="91630"/>
            </a:xfrm>
            <a:custGeom>
              <a:avLst/>
              <a:gdLst/>
              <a:ahLst/>
              <a:cxnLst/>
              <a:rect l="l" t="t" r="r" b="b"/>
              <a:pathLst>
                <a:path w="91631" h="91630">
                  <a:moveTo>
                    <a:pt x="45815" y="91630"/>
                  </a:moveTo>
                  <a:cubicBezTo>
                    <a:pt x="71057" y="91630"/>
                    <a:pt x="91631" y="71152"/>
                    <a:pt x="91631" y="45815"/>
                  </a:cubicBezTo>
                  <a:cubicBezTo>
                    <a:pt x="91631" y="20574"/>
                    <a:pt x="71152" y="0"/>
                    <a:pt x="45815" y="0"/>
                  </a:cubicBezTo>
                  <a:cubicBezTo>
                    <a:pt x="20574" y="0"/>
                    <a:pt x="0" y="20479"/>
                    <a:pt x="0" y="45815"/>
                  </a:cubicBezTo>
                  <a:cubicBezTo>
                    <a:pt x="0" y="71152"/>
                    <a:pt x="20574" y="91630"/>
                    <a:pt x="45815" y="9163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16872" y="562832"/>
              <a:ext cx="84773" cy="84772"/>
            </a:xfrm>
            <a:custGeom>
              <a:avLst/>
              <a:gdLst/>
              <a:ahLst/>
              <a:cxnLst/>
              <a:rect l="l" t="t" r="r" b="b"/>
              <a:pathLst>
                <a:path w="84773" h="84772">
                  <a:moveTo>
                    <a:pt x="84773" y="42386"/>
                  </a:moveTo>
                  <a:cubicBezTo>
                    <a:pt x="84773" y="65722"/>
                    <a:pt x="65723" y="84772"/>
                    <a:pt x="42386" y="84772"/>
                  </a:cubicBezTo>
                  <a:cubicBezTo>
                    <a:pt x="18955" y="84772"/>
                    <a:pt x="0" y="65722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723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59556" y="552450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578" y="105251"/>
                  </a:moveTo>
                  <a:cubicBezTo>
                    <a:pt x="81629" y="105251"/>
                    <a:pt x="105251" y="81629"/>
                    <a:pt x="105251" y="52578"/>
                  </a:cubicBezTo>
                  <a:cubicBezTo>
                    <a:pt x="105251" y="23622"/>
                    <a:pt x="81629" y="0"/>
                    <a:pt x="52578" y="0"/>
                  </a:cubicBezTo>
                  <a:cubicBezTo>
                    <a:pt x="23527" y="0"/>
                    <a:pt x="0" y="23622"/>
                    <a:pt x="0" y="52578"/>
                  </a:cubicBezTo>
                  <a:cubicBezTo>
                    <a:pt x="0" y="81724"/>
                    <a:pt x="23527" y="105251"/>
                    <a:pt x="52578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06908" y="547116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103"/>
                  </a:moveTo>
                  <a:cubicBezTo>
                    <a:pt x="116110" y="90107"/>
                    <a:pt x="90107" y="116110"/>
                    <a:pt x="58007" y="116110"/>
                  </a:cubicBezTo>
                  <a:cubicBezTo>
                    <a:pt x="26003" y="116110"/>
                    <a:pt x="0" y="90107"/>
                    <a:pt x="0" y="58103"/>
                  </a:cubicBezTo>
                  <a:cubicBezTo>
                    <a:pt x="0" y="26003"/>
                    <a:pt x="26003" y="0"/>
                    <a:pt x="58007" y="0"/>
                  </a:cubicBezTo>
                  <a:cubicBezTo>
                    <a:pt x="90107" y="0"/>
                    <a:pt x="116110" y="26003"/>
                    <a:pt x="116110" y="58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564356" y="551783"/>
              <a:ext cx="106870" cy="106775"/>
            </a:xfrm>
            <a:custGeom>
              <a:avLst/>
              <a:gdLst/>
              <a:ahLst/>
              <a:cxnLst/>
              <a:rect l="l" t="t" r="r" b="b"/>
              <a:pathLst>
                <a:path w="106870" h="106775">
                  <a:moveTo>
                    <a:pt x="53531" y="106775"/>
                  </a:moveTo>
                  <a:cubicBezTo>
                    <a:pt x="83058" y="106775"/>
                    <a:pt x="106870" y="82772"/>
                    <a:pt x="106870" y="53435"/>
                  </a:cubicBezTo>
                  <a:cubicBezTo>
                    <a:pt x="106870" y="23908"/>
                    <a:pt x="82963" y="0"/>
                    <a:pt x="53531" y="0"/>
                  </a:cubicBezTo>
                  <a:cubicBezTo>
                    <a:pt x="24098" y="0"/>
                    <a:pt x="191" y="24003"/>
                    <a:pt x="191" y="53435"/>
                  </a:cubicBezTo>
                  <a:cubicBezTo>
                    <a:pt x="0" y="82772"/>
                    <a:pt x="24003" y="106775"/>
                    <a:pt x="53531" y="10677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27424" y="561880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6"/>
                    <a:pt x="67151" y="86582"/>
                    <a:pt x="43243" y="86582"/>
                  </a:cubicBezTo>
                  <a:cubicBezTo>
                    <a:pt x="19336" y="86582"/>
                    <a:pt x="0" y="67246"/>
                    <a:pt x="0" y="43339"/>
                  </a:cubicBezTo>
                  <a:cubicBezTo>
                    <a:pt x="0" y="19431"/>
                    <a:pt x="19336" y="0"/>
                    <a:pt x="43243" y="0"/>
                  </a:cubicBezTo>
                  <a:cubicBezTo>
                    <a:pt x="67151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24492" y="723328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69437" y="34671"/>
                  </a:moveTo>
                  <a:cubicBezTo>
                    <a:pt x="69437" y="53816"/>
                    <a:pt x="53912" y="69342"/>
                    <a:pt x="34766" y="69342"/>
                  </a:cubicBezTo>
                  <a:cubicBezTo>
                    <a:pt x="15526" y="69342"/>
                    <a:pt x="0" y="53816"/>
                    <a:pt x="0" y="34671"/>
                  </a:cubicBezTo>
                  <a:cubicBezTo>
                    <a:pt x="0" y="15526"/>
                    <a:pt x="15526" y="0"/>
                    <a:pt x="34766" y="0"/>
                  </a:cubicBezTo>
                  <a:cubicBezTo>
                    <a:pt x="53912" y="0"/>
                    <a:pt x="69437" y="15526"/>
                    <a:pt x="69437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269748" y="715613"/>
              <a:ext cx="84772" cy="84773"/>
            </a:xfrm>
            <a:custGeom>
              <a:avLst/>
              <a:gdLst/>
              <a:ahLst/>
              <a:cxnLst/>
              <a:rect l="l" t="t" r="r" b="b"/>
              <a:pathLst>
                <a:path w="84772" h="84773">
                  <a:moveTo>
                    <a:pt x="42386" y="84773"/>
                  </a:moveTo>
                  <a:cubicBezTo>
                    <a:pt x="65913" y="84773"/>
                    <a:pt x="84772" y="65818"/>
                    <a:pt x="84772" y="42386"/>
                  </a:cubicBezTo>
                  <a:cubicBezTo>
                    <a:pt x="84772" y="18860"/>
                    <a:pt x="65913" y="0"/>
                    <a:pt x="42386" y="0"/>
                  </a:cubicBezTo>
                  <a:cubicBezTo>
                    <a:pt x="18955" y="0"/>
                    <a:pt x="0" y="18860"/>
                    <a:pt x="0" y="42386"/>
                  </a:cubicBezTo>
                  <a:cubicBezTo>
                    <a:pt x="0" y="65818"/>
                    <a:pt x="18955" y="84773"/>
                    <a:pt x="42386" y="847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19195" y="712184"/>
              <a:ext cx="91535" cy="91631"/>
            </a:xfrm>
            <a:custGeom>
              <a:avLst/>
              <a:gdLst/>
              <a:ahLst/>
              <a:cxnLst/>
              <a:rect l="l" t="t" r="r" b="b"/>
              <a:pathLst>
                <a:path w="91535" h="91631">
                  <a:moveTo>
                    <a:pt x="45720" y="91631"/>
                  </a:moveTo>
                  <a:cubicBezTo>
                    <a:pt x="70961" y="91631"/>
                    <a:pt x="91535" y="71152"/>
                    <a:pt x="91535" y="45815"/>
                  </a:cubicBezTo>
                  <a:cubicBezTo>
                    <a:pt x="91535" y="20479"/>
                    <a:pt x="71152" y="0"/>
                    <a:pt x="45720" y="0"/>
                  </a:cubicBezTo>
                  <a:cubicBezTo>
                    <a:pt x="20384" y="0"/>
                    <a:pt x="0" y="20479"/>
                    <a:pt x="0" y="45815"/>
                  </a:cubicBezTo>
                  <a:cubicBezTo>
                    <a:pt x="0" y="71152"/>
                    <a:pt x="20479" y="91631"/>
                    <a:pt x="45720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574643" y="714661"/>
              <a:ext cx="86487" cy="86582"/>
            </a:xfrm>
            <a:custGeom>
              <a:avLst/>
              <a:gdLst/>
              <a:ahLst/>
              <a:cxnLst/>
              <a:rect l="l" t="t" r="r" b="b"/>
              <a:pathLst>
                <a:path w="86487" h="86582">
                  <a:moveTo>
                    <a:pt x="86487" y="43339"/>
                  </a:moveTo>
                  <a:cubicBezTo>
                    <a:pt x="86487" y="67247"/>
                    <a:pt x="67151" y="86582"/>
                    <a:pt x="43244" y="86582"/>
                  </a:cubicBezTo>
                  <a:cubicBezTo>
                    <a:pt x="19336" y="86582"/>
                    <a:pt x="0" y="67247"/>
                    <a:pt x="0" y="43339"/>
                  </a:cubicBezTo>
                  <a:cubicBezTo>
                    <a:pt x="0" y="19431"/>
                    <a:pt x="19336" y="0"/>
                    <a:pt x="43244" y="0"/>
                  </a:cubicBezTo>
                  <a:cubicBezTo>
                    <a:pt x="67151" y="0"/>
                    <a:pt x="86487" y="19431"/>
                    <a:pt x="86487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35140" y="722376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623"/>
                  </a:moveTo>
                  <a:cubicBezTo>
                    <a:pt x="71152" y="55245"/>
                    <a:pt x="55245" y="71152"/>
                    <a:pt x="35528" y="71152"/>
                  </a:cubicBezTo>
                  <a:cubicBezTo>
                    <a:pt x="15907" y="71152"/>
                    <a:pt x="0" y="55245"/>
                    <a:pt x="0" y="35623"/>
                  </a:cubicBezTo>
                  <a:cubicBezTo>
                    <a:pt x="0" y="16002"/>
                    <a:pt x="15907" y="0"/>
                    <a:pt x="35528" y="0"/>
                  </a:cubicBezTo>
                  <a:cubicBezTo>
                    <a:pt x="55245" y="0"/>
                    <a:pt x="71152" y="16002"/>
                    <a:pt x="71152" y="3562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1379232" y="6045232"/>
            <a:ext cx="702183" cy="702183"/>
            <a:chOff x="11379232" y="6045232"/>
            <a:chExt cx="702183" cy="702183"/>
          </a:xfrm>
        </p:grpSpPr>
        <p:sp>
          <p:nvSpPr>
            <p:cNvPr id="37" name="Freeform 37"/>
            <p:cNvSpPr/>
            <p:nvPr/>
          </p:nvSpPr>
          <p:spPr>
            <a:xfrm>
              <a:off x="11390186" y="6056186"/>
              <a:ext cx="67913" cy="67913"/>
            </a:xfrm>
            <a:custGeom>
              <a:avLst/>
              <a:gdLst/>
              <a:ahLst/>
              <a:cxnLst/>
              <a:rect l="l" t="t" r="r" b="b"/>
              <a:pathLst>
                <a:path w="67913" h="67913">
                  <a:moveTo>
                    <a:pt x="33909" y="67913"/>
                  </a:moveTo>
                  <a:cubicBezTo>
                    <a:pt x="52578" y="67913"/>
                    <a:pt x="67913" y="52768"/>
                    <a:pt x="67913" y="33909"/>
                  </a:cubicBezTo>
                  <a:cubicBezTo>
                    <a:pt x="67913" y="15240"/>
                    <a:pt x="52768" y="0"/>
                    <a:pt x="33909" y="0"/>
                  </a:cubicBezTo>
                  <a:cubicBezTo>
                    <a:pt x="15240" y="0"/>
                    <a:pt x="0" y="15145"/>
                    <a:pt x="0" y="33909"/>
                  </a:cubicBezTo>
                  <a:cubicBezTo>
                    <a:pt x="0" y="52768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1535442" y="6048566"/>
              <a:ext cx="83153" cy="83058"/>
            </a:xfrm>
            <a:custGeom>
              <a:avLst/>
              <a:gdLst/>
              <a:ahLst/>
              <a:cxnLst/>
              <a:rect l="l" t="t" r="r" b="b"/>
              <a:pathLst>
                <a:path w="83153" h="83058">
                  <a:moveTo>
                    <a:pt x="41624" y="83058"/>
                  </a:moveTo>
                  <a:cubicBezTo>
                    <a:pt x="64579" y="83058"/>
                    <a:pt x="83153" y="64484"/>
                    <a:pt x="83153" y="41529"/>
                  </a:cubicBezTo>
                  <a:cubicBezTo>
                    <a:pt x="83153" y="18574"/>
                    <a:pt x="64579" y="0"/>
                    <a:pt x="41624" y="0"/>
                  </a:cubicBezTo>
                  <a:cubicBezTo>
                    <a:pt x="18669" y="0"/>
                    <a:pt x="95" y="18574"/>
                    <a:pt x="95" y="41529"/>
                  </a:cubicBezTo>
                  <a:cubicBezTo>
                    <a:pt x="0" y="64484"/>
                    <a:pt x="18669" y="83058"/>
                    <a:pt x="41624" y="8305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11684889" y="6045232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03"/>
                    <a:pt x="69818" y="0"/>
                    <a:pt x="44958" y="0"/>
                  </a:cubicBezTo>
                  <a:cubicBezTo>
                    <a:pt x="20098" y="0"/>
                    <a:pt x="0" y="20003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1840432" y="6047708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84773" y="42386"/>
                  </a:moveTo>
                  <a:cubicBezTo>
                    <a:pt x="84773" y="65818"/>
                    <a:pt x="65723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723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2000928" y="6055519"/>
              <a:ext cx="69342" cy="69437"/>
            </a:xfrm>
            <a:custGeom>
              <a:avLst/>
              <a:gdLst/>
              <a:ahLst/>
              <a:cxnLst/>
              <a:rect l="l" t="t" r="r" b="b"/>
              <a:pathLst>
                <a:path w="69342" h="69437">
                  <a:moveTo>
                    <a:pt x="34671" y="69437"/>
                  </a:moveTo>
                  <a:cubicBezTo>
                    <a:pt x="53816" y="69437"/>
                    <a:pt x="69342" y="53911"/>
                    <a:pt x="69342" y="34766"/>
                  </a:cubicBezTo>
                  <a:cubicBezTo>
                    <a:pt x="69342" y="15526"/>
                    <a:pt x="53816" y="0"/>
                    <a:pt x="34671" y="0"/>
                  </a:cubicBezTo>
                  <a:cubicBezTo>
                    <a:pt x="15526" y="0"/>
                    <a:pt x="0" y="15526"/>
                    <a:pt x="0" y="34766"/>
                  </a:cubicBezTo>
                  <a:cubicBezTo>
                    <a:pt x="0" y="53911"/>
                    <a:pt x="15526" y="69437"/>
                    <a:pt x="34671" y="6943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1382566" y="6201537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669" y="83058"/>
                    <a:pt x="0" y="64484"/>
                    <a:pt x="0" y="41529"/>
                  </a:cubicBezTo>
                  <a:cubicBezTo>
                    <a:pt x="0" y="18574"/>
                    <a:pt x="18669" y="0"/>
                    <a:pt x="41529" y="0"/>
                  </a:cubicBezTo>
                  <a:cubicBezTo>
                    <a:pt x="64484" y="0"/>
                    <a:pt x="83058" y="18574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1525345" y="6191345"/>
              <a:ext cx="103441" cy="103442"/>
            </a:xfrm>
            <a:custGeom>
              <a:avLst/>
              <a:gdLst/>
              <a:ahLst/>
              <a:cxnLst/>
              <a:rect l="l" t="t" r="r" b="b"/>
              <a:pathLst>
                <a:path w="103441" h="103442">
                  <a:moveTo>
                    <a:pt x="51721" y="103442"/>
                  </a:moveTo>
                  <a:cubicBezTo>
                    <a:pt x="80201" y="103442"/>
                    <a:pt x="103441" y="80391"/>
                    <a:pt x="103441" y="51721"/>
                  </a:cubicBezTo>
                  <a:cubicBezTo>
                    <a:pt x="103441" y="23050"/>
                    <a:pt x="80391" y="0"/>
                    <a:pt x="51721" y="0"/>
                  </a:cubicBezTo>
                  <a:cubicBezTo>
                    <a:pt x="23146" y="0"/>
                    <a:pt x="0" y="23146"/>
                    <a:pt x="0" y="51721"/>
                  </a:cubicBezTo>
                  <a:cubicBezTo>
                    <a:pt x="0" y="80200"/>
                    <a:pt x="23051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1672602" y="6185726"/>
              <a:ext cx="114490" cy="114586"/>
            </a:xfrm>
            <a:custGeom>
              <a:avLst/>
              <a:gdLst/>
              <a:ahLst/>
              <a:cxnLst/>
              <a:rect l="l" t="t" r="r" b="b"/>
              <a:pathLst>
                <a:path w="114490" h="114586">
                  <a:moveTo>
                    <a:pt x="114490" y="57341"/>
                  </a:moveTo>
                  <a:cubicBezTo>
                    <a:pt x="114490" y="88964"/>
                    <a:pt x="88868" y="114586"/>
                    <a:pt x="57245" y="114586"/>
                  </a:cubicBezTo>
                  <a:cubicBezTo>
                    <a:pt x="25622" y="114586"/>
                    <a:pt x="0" y="88964"/>
                    <a:pt x="0" y="57341"/>
                  </a:cubicBezTo>
                  <a:cubicBezTo>
                    <a:pt x="0" y="25718"/>
                    <a:pt x="25622" y="0"/>
                    <a:pt x="57245" y="0"/>
                  </a:cubicBezTo>
                  <a:cubicBezTo>
                    <a:pt x="88868" y="0"/>
                    <a:pt x="114490" y="25718"/>
                    <a:pt x="114490" y="5734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1830145" y="6190393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105251" y="52673"/>
                  </a:moveTo>
                  <a:cubicBezTo>
                    <a:pt x="105251" y="81725"/>
                    <a:pt x="81724" y="105251"/>
                    <a:pt x="52673" y="105251"/>
                  </a:cubicBezTo>
                  <a:cubicBezTo>
                    <a:pt x="23622" y="105251"/>
                    <a:pt x="0" y="81725"/>
                    <a:pt x="0" y="52673"/>
                  </a:cubicBezTo>
                  <a:cubicBezTo>
                    <a:pt x="0" y="23622"/>
                    <a:pt x="23622" y="0"/>
                    <a:pt x="52673" y="0"/>
                  </a:cubicBezTo>
                  <a:cubicBezTo>
                    <a:pt x="81724" y="0"/>
                    <a:pt x="105251" y="23622"/>
                    <a:pt x="105251" y="526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1993213" y="6200680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1379232" y="6350889"/>
              <a:ext cx="89821" cy="89916"/>
            </a:xfrm>
            <a:custGeom>
              <a:avLst/>
              <a:gdLst/>
              <a:ahLst/>
              <a:cxnLst/>
              <a:rect l="l" t="t" r="r" b="b"/>
              <a:pathLst>
                <a:path w="89821" h="89916">
                  <a:moveTo>
                    <a:pt x="44863" y="89916"/>
                  </a:moveTo>
                  <a:cubicBezTo>
                    <a:pt x="69723" y="89916"/>
                    <a:pt x="89821" y="69818"/>
                    <a:pt x="89821" y="44958"/>
                  </a:cubicBezTo>
                  <a:cubicBezTo>
                    <a:pt x="89821" y="20098"/>
                    <a:pt x="69723" y="0"/>
                    <a:pt x="44863" y="0"/>
                  </a:cubicBezTo>
                  <a:cubicBezTo>
                    <a:pt x="20002" y="0"/>
                    <a:pt x="0" y="20098"/>
                    <a:pt x="0" y="44958"/>
                  </a:cubicBezTo>
                  <a:cubicBezTo>
                    <a:pt x="0" y="69818"/>
                    <a:pt x="20193" y="89916"/>
                    <a:pt x="44863" y="8991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11519726" y="6338602"/>
              <a:ext cx="114586" cy="114490"/>
            </a:xfrm>
            <a:custGeom>
              <a:avLst/>
              <a:gdLst/>
              <a:ahLst/>
              <a:cxnLst/>
              <a:rect l="l" t="t" r="r" b="b"/>
              <a:pathLst>
                <a:path w="114586" h="114490">
                  <a:moveTo>
                    <a:pt x="114586" y="57245"/>
                  </a:moveTo>
                  <a:cubicBezTo>
                    <a:pt x="114586" y="88868"/>
                    <a:pt x="88963" y="114490"/>
                    <a:pt x="57340" y="114490"/>
                  </a:cubicBezTo>
                  <a:cubicBezTo>
                    <a:pt x="25717" y="114490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1663744" y="6329744"/>
              <a:ext cx="132207" cy="132207"/>
            </a:xfrm>
            <a:custGeom>
              <a:avLst/>
              <a:gdLst/>
              <a:ahLst/>
              <a:cxnLst/>
              <a:rect l="l" t="t" r="r" b="b"/>
              <a:pathLst>
                <a:path w="132207" h="132207">
                  <a:moveTo>
                    <a:pt x="132207" y="66104"/>
                  </a:moveTo>
                  <a:cubicBezTo>
                    <a:pt x="132207" y="102584"/>
                    <a:pt x="102584" y="132207"/>
                    <a:pt x="66104" y="132207"/>
                  </a:cubicBezTo>
                  <a:cubicBezTo>
                    <a:pt x="29623" y="132207"/>
                    <a:pt x="0" y="102584"/>
                    <a:pt x="0" y="66104"/>
                  </a:cubicBezTo>
                  <a:cubicBezTo>
                    <a:pt x="0" y="29623"/>
                    <a:pt x="29623" y="0"/>
                    <a:pt x="66104" y="0"/>
                  </a:cubicBezTo>
                  <a:cubicBezTo>
                    <a:pt x="102584" y="0"/>
                    <a:pt x="132207" y="29623"/>
                    <a:pt x="132207" y="66104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1824716" y="6337840"/>
              <a:ext cx="116110" cy="116015"/>
            </a:xfrm>
            <a:custGeom>
              <a:avLst/>
              <a:gdLst/>
              <a:ahLst/>
              <a:cxnLst/>
              <a:rect l="l" t="t" r="r" b="b"/>
              <a:pathLst>
                <a:path w="116110" h="116015">
                  <a:moveTo>
                    <a:pt x="116110" y="58007"/>
                  </a:moveTo>
                  <a:cubicBezTo>
                    <a:pt x="116110" y="90107"/>
                    <a:pt x="90107" y="116015"/>
                    <a:pt x="58102" y="116015"/>
                  </a:cubicBezTo>
                  <a:cubicBezTo>
                    <a:pt x="26003" y="116015"/>
                    <a:pt x="0" y="90107"/>
                    <a:pt x="0" y="58007"/>
                  </a:cubicBezTo>
                  <a:cubicBezTo>
                    <a:pt x="0" y="26003"/>
                    <a:pt x="26003" y="0"/>
                    <a:pt x="58102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1989784" y="6350032"/>
              <a:ext cx="91631" cy="91631"/>
            </a:xfrm>
            <a:custGeom>
              <a:avLst/>
              <a:gdLst/>
              <a:ahLst/>
              <a:cxnLst/>
              <a:rect l="l" t="t" r="r" b="b"/>
              <a:pathLst>
                <a:path w="91631" h="91631">
                  <a:moveTo>
                    <a:pt x="45815" y="91631"/>
                  </a:moveTo>
                  <a:cubicBezTo>
                    <a:pt x="71057" y="91631"/>
                    <a:pt x="91631" y="71152"/>
                    <a:pt x="91631" y="45815"/>
                  </a:cubicBezTo>
                  <a:cubicBezTo>
                    <a:pt x="91631" y="20574"/>
                    <a:pt x="71152" y="0"/>
                    <a:pt x="45815" y="0"/>
                  </a:cubicBezTo>
                  <a:cubicBezTo>
                    <a:pt x="20574" y="0"/>
                    <a:pt x="0" y="20479"/>
                    <a:pt x="0" y="45815"/>
                  </a:cubicBezTo>
                  <a:cubicBezTo>
                    <a:pt x="0" y="71152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1381708" y="6506432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722"/>
                    <a:pt x="65818" y="84772"/>
                    <a:pt x="42386" y="84772"/>
                  </a:cubicBezTo>
                  <a:cubicBezTo>
                    <a:pt x="18955" y="84772"/>
                    <a:pt x="0" y="65722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11524393" y="6496050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673" y="105251"/>
                  </a:moveTo>
                  <a:cubicBezTo>
                    <a:pt x="81724" y="105251"/>
                    <a:pt x="105251" y="81629"/>
                    <a:pt x="105251" y="52578"/>
                  </a:cubicBezTo>
                  <a:cubicBezTo>
                    <a:pt x="105251" y="23622"/>
                    <a:pt x="81724" y="0"/>
                    <a:pt x="52673" y="0"/>
                  </a:cubicBezTo>
                  <a:cubicBezTo>
                    <a:pt x="23622" y="0"/>
                    <a:pt x="0" y="23622"/>
                    <a:pt x="0" y="52578"/>
                  </a:cubicBezTo>
                  <a:cubicBezTo>
                    <a:pt x="0" y="81725"/>
                    <a:pt x="23622" y="105251"/>
                    <a:pt x="52673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1671840" y="6490716"/>
              <a:ext cx="116014" cy="116110"/>
            </a:xfrm>
            <a:custGeom>
              <a:avLst/>
              <a:gdLst/>
              <a:ahLst/>
              <a:cxnLst/>
              <a:rect l="l" t="t" r="r" b="b"/>
              <a:pathLst>
                <a:path w="116014" h="116110">
                  <a:moveTo>
                    <a:pt x="116014" y="58102"/>
                  </a:moveTo>
                  <a:cubicBezTo>
                    <a:pt x="116014" y="90106"/>
                    <a:pt x="90106" y="116110"/>
                    <a:pt x="58007" y="116110"/>
                  </a:cubicBezTo>
                  <a:cubicBezTo>
                    <a:pt x="26003" y="116110"/>
                    <a:pt x="0" y="90106"/>
                    <a:pt x="0" y="58102"/>
                  </a:cubicBezTo>
                  <a:cubicBezTo>
                    <a:pt x="0" y="26003"/>
                    <a:pt x="26003" y="0"/>
                    <a:pt x="58007" y="0"/>
                  </a:cubicBezTo>
                  <a:cubicBezTo>
                    <a:pt x="90106" y="0"/>
                    <a:pt x="116014" y="26003"/>
                    <a:pt x="116014" y="5810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11829288" y="6495383"/>
              <a:ext cx="106871" cy="106775"/>
            </a:xfrm>
            <a:custGeom>
              <a:avLst/>
              <a:gdLst/>
              <a:ahLst/>
              <a:cxnLst/>
              <a:rect l="l" t="t" r="r" b="b"/>
              <a:pathLst>
                <a:path w="106871" h="106775">
                  <a:moveTo>
                    <a:pt x="53530" y="106775"/>
                  </a:moveTo>
                  <a:cubicBezTo>
                    <a:pt x="83058" y="106775"/>
                    <a:pt x="106871" y="82772"/>
                    <a:pt x="106871" y="53435"/>
                  </a:cubicBezTo>
                  <a:cubicBezTo>
                    <a:pt x="106871" y="23908"/>
                    <a:pt x="82867" y="0"/>
                    <a:pt x="53530" y="0"/>
                  </a:cubicBezTo>
                  <a:cubicBezTo>
                    <a:pt x="24098" y="0"/>
                    <a:pt x="95" y="24003"/>
                    <a:pt x="95" y="53435"/>
                  </a:cubicBezTo>
                  <a:cubicBezTo>
                    <a:pt x="0" y="82772"/>
                    <a:pt x="24003" y="106775"/>
                    <a:pt x="53530" y="10677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11992261" y="6505480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6"/>
                    <a:pt x="67246" y="86582"/>
                    <a:pt x="43339" y="86582"/>
                  </a:cubicBezTo>
                  <a:cubicBezTo>
                    <a:pt x="19431" y="86582"/>
                    <a:pt x="0" y="67246"/>
                    <a:pt x="0" y="43339"/>
                  </a:cubicBezTo>
                  <a:cubicBezTo>
                    <a:pt x="0" y="19431"/>
                    <a:pt x="19431" y="0"/>
                    <a:pt x="43339" y="0"/>
                  </a:cubicBezTo>
                  <a:cubicBezTo>
                    <a:pt x="67246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11389424" y="6666929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69437" y="34671"/>
                  </a:moveTo>
                  <a:cubicBezTo>
                    <a:pt x="69437" y="53816"/>
                    <a:pt x="53816" y="69342"/>
                    <a:pt x="34671" y="69342"/>
                  </a:cubicBezTo>
                  <a:cubicBezTo>
                    <a:pt x="15526" y="69342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437" y="15526"/>
                    <a:pt x="69437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1534680" y="6659213"/>
              <a:ext cx="84773" cy="84772"/>
            </a:xfrm>
            <a:custGeom>
              <a:avLst/>
              <a:gdLst/>
              <a:ahLst/>
              <a:cxnLst/>
              <a:rect l="l" t="t" r="r" b="b"/>
              <a:pathLst>
                <a:path w="84773" h="84772">
                  <a:moveTo>
                    <a:pt x="42386" y="84772"/>
                  </a:moveTo>
                  <a:cubicBezTo>
                    <a:pt x="65818" y="84772"/>
                    <a:pt x="84773" y="65818"/>
                    <a:pt x="84773" y="42386"/>
                  </a:cubicBezTo>
                  <a:cubicBezTo>
                    <a:pt x="84773" y="18860"/>
                    <a:pt x="65818" y="0"/>
                    <a:pt x="42386" y="0"/>
                  </a:cubicBezTo>
                  <a:cubicBezTo>
                    <a:pt x="18860" y="0"/>
                    <a:pt x="0" y="18860"/>
                    <a:pt x="0" y="42386"/>
                  </a:cubicBezTo>
                  <a:cubicBezTo>
                    <a:pt x="0" y="65818"/>
                    <a:pt x="18860" y="84772"/>
                    <a:pt x="42386" y="8477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11684032" y="6655784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7" y="91631"/>
                    <a:pt x="91630" y="71152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479" y="0"/>
                    <a:pt x="0" y="20479"/>
                    <a:pt x="0" y="45815"/>
                  </a:cubicBezTo>
                  <a:cubicBezTo>
                    <a:pt x="0" y="71152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11839480" y="6658261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7"/>
                    <a:pt x="67246" y="86582"/>
                    <a:pt x="43339" y="86582"/>
                  </a:cubicBezTo>
                  <a:cubicBezTo>
                    <a:pt x="19431" y="86582"/>
                    <a:pt x="0" y="67247"/>
                    <a:pt x="0" y="43339"/>
                  </a:cubicBezTo>
                  <a:cubicBezTo>
                    <a:pt x="0" y="19431"/>
                    <a:pt x="19431" y="0"/>
                    <a:pt x="43339" y="0"/>
                  </a:cubicBezTo>
                  <a:cubicBezTo>
                    <a:pt x="67246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11999976" y="6665976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624"/>
                  </a:moveTo>
                  <a:cubicBezTo>
                    <a:pt x="71152" y="55245"/>
                    <a:pt x="55245" y="71152"/>
                    <a:pt x="35624" y="71152"/>
                  </a:cubicBezTo>
                  <a:cubicBezTo>
                    <a:pt x="16002" y="71152"/>
                    <a:pt x="0" y="55245"/>
                    <a:pt x="0" y="35624"/>
                  </a:cubicBezTo>
                  <a:cubicBezTo>
                    <a:pt x="0" y="16002"/>
                    <a:pt x="16002" y="0"/>
                    <a:pt x="35624" y="0"/>
                  </a:cubicBezTo>
                  <a:cubicBezTo>
                    <a:pt x="55245" y="0"/>
                    <a:pt x="71152" y="16002"/>
                    <a:pt x="71152" y="35624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1209675" y="5319712"/>
            <a:ext cx="7250906" cy="238125"/>
            <a:chOff x="1209675" y="5319712"/>
            <a:chExt cx="7250906" cy="238125"/>
          </a:xfrm>
        </p:grpSpPr>
        <p:grpSp>
          <p:nvGrpSpPr>
            <p:cNvPr id="65" name="Group 65"/>
            <p:cNvGrpSpPr/>
            <p:nvPr/>
          </p:nvGrpSpPr>
          <p:grpSpPr>
            <a:xfrm>
              <a:off x="1209675" y="5331619"/>
              <a:ext cx="190500" cy="214312"/>
              <a:chOff x="1209675" y="5331619"/>
              <a:chExt cx="190500" cy="214312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1245394" y="5331619"/>
                <a:ext cx="119062" cy="119062"/>
              </a:xfrm>
              <a:prstGeom prst="ellipse">
                <a:avLst/>
              </a:pr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209675" y="5450681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190500" y="95250"/>
                    </a:move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</p:grpSp>
        <p:grpSp>
          <p:nvGrpSpPr>
            <p:cNvPr id="69" name="Group 69"/>
            <p:cNvGrpSpPr/>
            <p:nvPr/>
          </p:nvGrpSpPr>
          <p:grpSpPr>
            <a:xfrm>
              <a:off x="4671916" y="5354711"/>
              <a:ext cx="247747" cy="167408"/>
              <a:chOff x="4671916" y="5354711"/>
              <a:chExt cx="247747" cy="16740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4671916" y="5354711"/>
                <a:ext cx="238489" cy="120503"/>
              </a:xfrm>
              <a:custGeom>
                <a:avLst/>
                <a:gdLst/>
                <a:ahLst/>
                <a:cxnLst/>
                <a:rect l="l" t="t" r="r" b="b"/>
                <a:pathLst>
                  <a:path w="238489" h="120503">
                    <a:moveTo>
                      <a:pt x="231316" y="71205"/>
                    </a:moveTo>
                    <a:cubicBezTo>
                      <a:pt x="235686" y="69287"/>
                      <a:pt x="238489" y="64945"/>
                      <a:pt x="238438" y="60173"/>
                    </a:cubicBezTo>
                    <a:cubicBezTo>
                      <a:pt x="238386" y="55400"/>
                      <a:pt x="235489" y="51120"/>
                      <a:pt x="231077" y="49298"/>
                    </a:cubicBezTo>
                    <a:lnTo>
                      <a:pt x="129041" y="2863"/>
                    </a:lnTo>
                    <a:cubicBezTo>
                      <a:pt x="122764" y="0"/>
                      <a:pt x="115554" y="0"/>
                      <a:pt x="109277" y="2863"/>
                    </a:cubicBezTo>
                    <a:lnTo>
                      <a:pt x="7240" y="49298"/>
                    </a:lnTo>
                    <a:cubicBezTo>
                      <a:pt x="2850" y="51168"/>
                      <a:pt x="0" y="55479"/>
                      <a:pt x="0" y="60251"/>
                    </a:cubicBezTo>
                    <a:cubicBezTo>
                      <a:pt x="0" y="65024"/>
                      <a:pt x="2850" y="69335"/>
                      <a:pt x="7240" y="71205"/>
                    </a:cubicBezTo>
                    <a:lnTo>
                      <a:pt x="109277" y="117639"/>
                    </a:lnTo>
                    <a:cubicBezTo>
                      <a:pt x="115554" y="120503"/>
                      <a:pt x="122764" y="120503"/>
                      <a:pt x="129041" y="117639"/>
                    </a:cubicBezTo>
                    <a:close/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4910138" y="5414962"/>
                <a:ext cx="95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1438">
                    <a:moveTo>
                      <a:pt x="0" y="0"/>
                    </a:moveTo>
                    <a:lnTo>
                      <a:pt x="0" y="71438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4719638" y="5444728"/>
                <a:ext cx="142875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7391">
                    <a:moveTo>
                      <a:pt x="0" y="0"/>
                    </a:moveTo>
                    <a:lnTo>
                      <a:pt x="0" y="41672"/>
                    </a:lnTo>
                    <a:cubicBezTo>
                      <a:pt x="0" y="61399"/>
                      <a:pt x="31984" y="77391"/>
                      <a:pt x="71438" y="77391"/>
                    </a:cubicBezTo>
                    <a:cubicBezTo>
                      <a:pt x="110891" y="77391"/>
                      <a:pt x="142875" y="61399"/>
                      <a:pt x="142875" y="41672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</p:grpSp>
        <p:grpSp>
          <p:nvGrpSpPr>
            <p:cNvPr id="80" name="Group 80"/>
            <p:cNvGrpSpPr/>
            <p:nvPr/>
          </p:nvGrpSpPr>
          <p:grpSpPr>
            <a:xfrm>
              <a:off x="8246269" y="5319712"/>
              <a:ext cx="214312" cy="238125"/>
              <a:chOff x="8246269" y="5319712"/>
              <a:chExt cx="214312" cy="2381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305800" y="531971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401050" y="531971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8246269" y="5343525"/>
                <a:ext cx="214312" cy="214312"/>
              </a:xfrm>
              <a:prstGeom prst="roundRect">
                <a:avLst>
                  <a:gd name="adj" fmla="val 11111"/>
                </a:avLst>
              </a:pr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46269" y="5414962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305800" y="5462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53425" y="5462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401050" y="5462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305800" y="55102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53425" y="55102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401050" y="55102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</p:grpSp>
      </p:grpSp>
      <p:grpSp>
        <p:nvGrpSpPr>
          <p:cNvPr id="84" name="Group 84"/>
          <p:cNvGrpSpPr/>
          <p:nvPr/>
        </p:nvGrpSpPr>
        <p:grpSpPr>
          <a:xfrm>
            <a:off x="1562100" y="5257800"/>
            <a:ext cx="2571750" cy="361950"/>
            <a:chOff x="1562100" y="5257800"/>
            <a:chExt cx="2571750" cy="361950"/>
          </a:xfrm>
        </p:grpSpPr>
        <p:sp>
          <p:nvSpPr>
            <p:cNvPr id="82" name="Rectangle 82"/>
            <p:cNvSpPr/>
            <p:nvPr/>
          </p:nvSpPr>
          <p:spPr>
            <a:xfrm>
              <a:off x="1562100" y="5257800"/>
              <a:ext cx="2571750" cy="361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562100" y="5257800"/>
              <a:ext cx="25717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答辩人：</a:t>
              </a:r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王伟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048250" y="5257800"/>
            <a:ext cx="3000375" cy="361950"/>
            <a:chOff x="5048250" y="5257800"/>
            <a:chExt cx="3000375" cy="361950"/>
          </a:xfrm>
        </p:grpSpPr>
        <p:sp>
          <p:nvSpPr>
            <p:cNvPr id="85" name="Rectangle 85"/>
            <p:cNvSpPr/>
            <p:nvPr/>
          </p:nvSpPr>
          <p:spPr>
            <a:xfrm>
              <a:off x="5048250" y="5257800"/>
              <a:ext cx="3000375" cy="361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048250" y="5257800"/>
              <a:ext cx="300037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指导老师：</a:t>
              </a:r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马和民 教授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610600" y="5257800"/>
            <a:ext cx="3000375" cy="361950"/>
            <a:chOff x="8610600" y="5257800"/>
            <a:chExt cx="3000375" cy="361950"/>
          </a:xfrm>
        </p:grpSpPr>
        <p:sp>
          <p:nvSpPr>
            <p:cNvPr id="88" name="Rectangle 88"/>
            <p:cNvSpPr/>
            <p:nvPr/>
          </p:nvSpPr>
          <p:spPr>
            <a:xfrm>
              <a:off x="8610600" y="5257800"/>
              <a:ext cx="3000375" cy="361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610600" y="5257800"/>
              <a:ext cx="300037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答辩时间：</a:t>
              </a:r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2017年4月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987160" y="419100"/>
            <a:ext cx="1685530" cy="304800"/>
            <a:chOff x="9987160" y="419100"/>
            <a:chExt cx="1685530" cy="304800"/>
          </a:xfrm>
        </p:grpSpPr>
        <p:pic>
          <p:nvPicPr>
            <p:cNvPr id="91" name="Image 9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87160" y="419100"/>
              <a:ext cx="1685530" cy="3048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36" grpId="0"/>
      <p:bldP spid="62" grpId="0"/>
      <p:bldP spid="81" grpId="0"/>
      <p:bldP spid="84" grpId="0"/>
      <p:bldP spid="87" grpId="0"/>
      <p:bldP spid="90" grpId="0"/>
      <p:bldP spid="9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2214753"/>
            <a:ext cx="4826794" cy="2428399"/>
            <a:chOff x="0" y="2214753"/>
            <a:chExt cx="4826794" cy="2428399"/>
          </a:xfrm>
        </p:grpSpPr>
        <p:sp>
          <p:nvSpPr>
            <p:cNvPr id="3" name="Rectangle 3"/>
            <p:cNvSpPr/>
            <p:nvPr/>
          </p:nvSpPr>
          <p:spPr>
            <a:xfrm>
              <a:off x="0" y="2214753"/>
              <a:ext cx="4826794" cy="2428399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502283" y="3748945"/>
            <a:ext cx="1822228" cy="452176"/>
            <a:chOff x="1502283" y="3748945"/>
            <a:chExt cx="1822228" cy="452176"/>
          </a:xfrm>
        </p:grpSpPr>
        <p:sp>
          <p:nvSpPr>
            <p:cNvPr id="5" name="Rectangle 5"/>
            <p:cNvSpPr/>
            <p:nvPr/>
          </p:nvSpPr>
          <p:spPr>
            <a:xfrm>
              <a:off x="1502283" y="3748945"/>
              <a:ext cx="1822228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16127" y="3794670"/>
              <a:ext cx="1394634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CONTENTS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06271" y="2701480"/>
            <a:ext cx="1992630" cy="1264920"/>
            <a:chOff x="1406271" y="2701480"/>
            <a:chExt cx="1992630" cy="1264920"/>
          </a:xfrm>
        </p:grpSpPr>
        <p:sp>
          <p:nvSpPr>
            <p:cNvPr id="8" name="Rectangle 8"/>
            <p:cNvSpPr/>
            <p:nvPr/>
          </p:nvSpPr>
          <p:spPr>
            <a:xfrm>
              <a:off x="1502283" y="2701480"/>
              <a:ext cx="1800511" cy="101565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06271" y="2747200"/>
              <a:ext cx="199263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目录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622959" y="3222022"/>
            <a:ext cx="295656" cy="406432"/>
            <a:chOff x="4622959" y="3222022"/>
            <a:chExt cx="295656" cy="406432"/>
          </a:xfrm>
        </p:grpSpPr>
        <p:sp>
          <p:nvSpPr>
            <p:cNvPr id="11" name="Polygon 11"/>
            <p:cNvSpPr/>
            <p:nvPr/>
          </p:nvSpPr>
          <p:spPr>
            <a:xfrm>
              <a:off x="4622959" y="3222022"/>
              <a:ext cx="295656" cy="406432"/>
            </a:xfrm>
            <a:custGeom>
              <a:avLst/>
              <a:gdLst/>
              <a:ahLst/>
              <a:cxnLst/>
              <a:rect l="l" t="t" r="r" b="b"/>
              <a:pathLst>
                <a:path w="295656" h="406432">
                  <a:moveTo>
                    <a:pt x="295656" y="203264"/>
                  </a:moveTo>
                  <a:lnTo>
                    <a:pt x="0" y="4064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1398186" y="87916"/>
            <a:ext cx="702184" cy="702183"/>
            <a:chOff x="11398186" y="87916"/>
            <a:chExt cx="702184" cy="702183"/>
          </a:xfrm>
        </p:grpSpPr>
        <p:sp>
          <p:nvSpPr>
            <p:cNvPr id="13" name="Freeform 13"/>
            <p:cNvSpPr/>
            <p:nvPr/>
          </p:nvSpPr>
          <p:spPr>
            <a:xfrm>
              <a:off x="11409140" y="98870"/>
              <a:ext cx="67913" cy="67913"/>
            </a:xfrm>
            <a:custGeom>
              <a:avLst/>
              <a:gdLst/>
              <a:ahLst/>
              <a:cxnLst/>
              <a:rect l="l" t="t" r="r" b="b"/>
              <a:pathLst>
                <a:path w="67913" h="67913">
                  <a:moveTo>
                    <a:pt x="33909" y="67913"/>
                  </a:moveTo>
                  <a:cubicBezTo>
                    <a:pt x="52578" y="67913"/>
                    <a:pt x="67913" y="52768"/>
                    <a:pt x="67913" y="33909"/>
                  </a:cubicBezTo>
                  <a:cubicBezTo>
                    <a:pt x="67913" y="15240"/>
                    <a:pt x="52768" y="0"/>
                    <a:pt x="33909" y="0"/>
                  </a:cubicBezTo>
                  <a:cubicBezTo>
                    <a:pt x="15240" y="0"/>
                    <a:pt x="0" y="15145"/>
                    <a:pt x="0" y="33909"/>
                  </a:cubicBezTo>
                  <a:cubicBezTo>
                    <a:pt x="0" y="52768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1554396" y="91345"/>
              <a:ext cx="83153" cy="82963"/>
            </a:xfrm>
            <a:custGeom>
              <a:avLst/>
              <a:gdLst/>
              <a:ahLst/>
              <a:cxnLst/>
              <a:rect l="l" t="t" r="r" b="b"/>
              <a:pathLst>
                <a:path w="83153" h="82963">
                  <a:moveTo>
                    <a:pt x="41624" y="82963"/>
                  </a:moveTo>
                  <a:cubicBezTo>
                    <a:pt x="64579" y="82963"/>
                    <a:pt x="83153" y="64484"/>
                    <a:pt x="83153" y="41434"/>
                  </a:cubicBezTo>
                  <a:cubicBezTo>
                    <a:pt x="83153" y="18478"/>
                    <a:pt x="64579" y="0"/>
                    <a:pt x="41624" y="0"/>
                  </a:cubicBezTo>
                  <a:cubicBezTo>
                    <a:pt x="18669" y="0"/>
                    <a:pt x="95" y="18478"/>
                    <a:pt x="95" y="41434"/>
                  </a:cubicBezTo>
                  <a:cubicBezTo>
                    <a:pt x="0" y="64484"/>
                    <a:pt x="18669" y="82963"/>
                    <a:pt x="41624" y="8296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1703844" y="87916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1859292" y="90392"/>
              <a:ext cx="84868" cy="84868"/>
            </a:xfrm>
            <a:custGeom>
              <a:avLst/>
              <a:gdLst/>
              <a:ahLst/>
              <a:cxnLst/>
              <a:rect l="l" t="t" r="r" b="b"/>
              <a:pathLst>
                <a:path w="84868" h="84868">
                  <a:moveTo>
                    <a:pt x="84868" y="42481"/>
                  </a:moveTo>
                  <a:cubicBezTo>
                    <a:pt x="84868" y="65818"/>
                    <a:pt x="65818" y="84868"/>
                    <a:pt x="42386" y="84868"/>
                  </a:cubicBezTo>
                  <a:cubicBezTo>
                    <a:pt x="19050" y="84868"/>
                    <a:pt x="0" y="65818"/>
                    <a:pt x="0" y="42481"/>
                  </a:cubicBezTo>
                  <a:cubicBezTo>
                    <a:pt x="0" y="19050"/>
                    <a:pt x="19050" y="0"/>
                    <a:pt x="42386" y="0"/>
                  </a:cubicBezTo>
                  <a:cubicBezTo>
                    <a:pt x="65818" y="0"/>
                    <a:pt x="84868" y="19050"/>
                    <a:pt x="84868" y="4248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2019788" y="98298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1" y="69342"/>
                    <a:pt x="69437" y="53816"/>
                    <a:pt x="69437" y="34671"/>
                  </a:cubicBezTo>
                  <a:cubicBezTo>
                    <a:pt x="69437" y="15430"/>
                    <a:pt x="53911" y="0"/>
                    <a:pt x="34766" y="0"/>
                  </a:cubicBezTo>
                  <a:cubicBezTo>
                    <a:pt x="15526" y="0"/>
                    <a:pt x="0" y="15430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401520" y="244221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574"/>
                    <a:pt x="18574" y="0"/>
                    <a:pt x="41529" y="0"/>
                  </a:cubicBezTo>
                  <a:cubicBezTo>
                    <a:pt x="64484" y="0"/>
                    <a:pt x="83058" y="18574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1544300" y="234029"/>
              <a:ext cx="103441" cy="103442"/>
            </a:xfrm>
            <a:custGeom>
              <a:avLst/>
              <a:gdLst/>
              <a:ahLst/>
              <a:cxnLst/>
              <a:rect l="l" t="t" r="r" b="b"/>
              <a:pathLst>
                <a:path w="103441" h="103442">
                  <a:moveTo>
                    <a:pt x="51721" y="103442"/>
                  </a:moveTo>
                  <a:cubicBezTo>
                    <a:pt x="80201" y="103442"/>
                    <a:pt x="103441" y="80391"/>
                    <a:pt x="103441" y="51721"/>
                  </a:cubicBezTo>
                  <a:cubicBezTo>
                    <a:pt x="103441" y="23050"/>
                    <a:pt x="80296" y="0"/>
                    <a:pt x="51721" y="0"/>
                  </a:cubicBezTo>
                  <a:cubicBezTo>
                    <a:pt x="23146" y="0"/>
                    <a:pt x="0" y="23241"/>
                    <a:pt x="0" y="51721"/>
                  </a:cubicBezTo>
                  <a:cubicBezTo>
                    <a:pt x="0" y="80201"/>
                    <a:pt x="23051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1691556" y="228505"/>
              <a:ext cx="114490" cy="114490"/>
            </a:xfrm>
            <a:custGeom>
              <a:avLst/>
              <a:gdLst/>
              <a:ahLst/>
              <a:cxnLst/>
              <a:rect l="l" t="t" r="r" b="b"/>
              <a:pathLst>
                <a:path w="114490" h="114490">
                  <a:moveTo>
                    <a:pt x="114490" y="57245"/>
                  </a:moveTo>
                  <a:cubicBezTo>
                    <a:pt x="114490" y="88868"/>
                    <a:pt x="88868" y="114490"/>
                    <a:pt x="57245" y="114490"/>
                  </a:cubicBezTo>
                  <a:cubicBezTo>
                    <a:pt x="25622" y="114490"/>
                    <a:pt x="0" y="88868"/>
                    <a:pt x="0" y="57245"/>
                  </a:cubicBezTo>
                  <a:cubicBezTo>
                    <a:pt x="0" y="25622"/>
                    <a:pt x="25622" y="0"/>
                    <a:pt x="57245" y="0"/>
                  </a:cubicBezTo>
                  <a:cubicBezTo>
                    <a:pt x="88868" y="0"/>
                    <a:pt x="114490" y="25622"/>
                    <a:pt x="114490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1849100" y="233172"/>
              <a:ext cx="105251" cy="105156"/>
            </a:xfrm>
            <a:custGeom>
              <a:avLst/>
              <a:gdLst/>
              <a:ahLst/>
              <a:cxnLst/>
              <a:rect l="l" t="t" r="r" b="b"/>
              <a:pathLst>
                <a:path w="105251" h="105156">
                  <a:moveTo>
                    <a:pt x="105251" y="52578"/>
                  </a:moveTo>
                  <a:cubicBezTo>
                    <a:pt x="105251" y="81629"/>
                    <a:pt x="81724" y="105156"/>
                    <a:pt x="52578" y="105156"/>
                  </a:cubicBezTo>
                  <a:cubicBezTo>
                    <a:pt x="23527" y="105156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724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2012168" y="243364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84773" y="42386"/>
                  </a:moveTo>
                  <a:cubicBezTo>
                    <a:pt x="84773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398186" y="39366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863" y="89821"/>
                  </a:moveTo>
                  <a:cubicBezTo>
                    <a:pt x="69723" y="89821"/>
                    <a:pt x="89821" y="69723"/>
                    <a:pt x="89821" y="44863"/>
                  </a:cubicBezTo>
                  <a:cubicBezTo>
                    <a:pt x="89821" y="20003"/>
                    <a:pt x="69723" y="0"/>
                    <a:pt x="44863" y="0"/>
                  </a:cubicBezTo>
                  <a:cubicBezTo>
                    <a:pt x="20002" y="0"/>
                    <a:pt x="0" y="20003"/>
                    <a:pt x="0" y="44863"/>
                  </a:cubicBezTo>
                  <a:cubicBezTo>
                    <a:pt x="0" y="69723"/>
                    <a:pt x="20098" y="89821"/>
                    <a:pt x="44863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1538680" y="38128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1682698" y="372428"/>
              <a:ext cx="132207" cy="132207"/>
            </a:xfrm>
            <a:custGeom>
              <a:avLst/>
              <a:gdLst/>
              <a:ahLst/>
              <a:cxnLst/>
              <a:rect l="l" t="t" r="r" b="b"/>
              <a:pathLst>
                <a:path w="132207" h="132207">
                  <a:moveTo>
                    <a:pt x="132207" y="66103"/>
                  </a:moveTo>
                  <a:cubicBezTo>
                    <a:pt x="132207" y="102680"/>
                    <a:pt x="102584" y="132207"/>
                    <a:pt x="66104" y="132207"/>
                  </a:cubicBezTo>
                  <a:cubicBezTo>
                    <a:pt x="29623" y="132207"/>
                    <a:pt x="0" y="102680"/>
                    <a:pt x="0" y="66103"/>
                  </a:cubicBezTo>
                  <a:cubicBezTo>
                    <a:pt x="0" y="29623"/>
                    <a:pt x="29623" y="0"/>
                    <a:pt x="66104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1843671" y="380524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7" y="116110"/>
                    <a:pt x="58102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102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2008739" y="392716"/>
              <a:ext cx="91631" cy="91631"/>
            </a:xfrm>
            <a:custGeom>
              <a:avLst/>
              <a:gdLst/>
              <a:ahLst/>
              <a:cxnLst/>
              <a:rect l="l" t="t" r="r" b="b"/>
              <a:pathLst>
                <a:path w="91631" h="91631">
                  <a:moveTo>
                    <a:pt x="45815" y="91631"/>
                  </a:moveTo>
                  <a:cubicBezTo>
                    <a:pt x="71057" y="91631"/>
                    <a:pt x="91631" y="71247"/>
                    <a:pt x="91631" y="45815"/>
                  </a:cubicBezTo>
                  <a:cubicBezTo>
                    <a:pt x="91631" y="20574"/>
                    <a:pt x="71152" y="0"/>
                    <a:pt x="45815" y="0"/>
                  </a:cubicBezTo>
                  <a:cubicBezTo>
                    <a:pt x="20574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1400663" y="549116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1543348" y="53873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673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673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673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1690795" y="533400"/>
              <a:ext cx="116014" cy="116110"/>
            </a:xfrm>
            <a:custGeom>
              <a:avLst/>
              <a:gdLst/>
              <a:ahLst/>
              <a:cxnLst/>
              <a:rect l="l" t="t" r="r" b="b"/>
              <a:pathLst>
                <a:path w="116014" h="116110">
                  <a:moveTo>
                    <a:pt x="116014" y="58103"/>
                  </a:moveTo>
                  <a:cubicBezTo>
                    <a:pt x="116014" y="90106"/>
                    <a:pt x="90011" y="116110"/>
                    <a:pt x="58007" y="116110"/>
                  </a:cubicBezTo>
                  <a:cubicBezTo>
                    <a:pt x="25908" y="116110"/>
                    <a:pt x="0" y="90106"/>
                    <a:pt x="0" y="58103"/>
                  </a:cubicBezTo>
                  <a:cubicBezTo>
                    <a:pt x="0" y="26003"/>
                    <a:pt x="25908" y="0"/>
                    <a:pt x="58007" y="0"/>
                  </a:cubicBezTo>
                  <a:cubicBezTo>
                    <a:pt x="90011" y="0"/>
                    <a:pt x="116014" y="26003"/>
                    <a:pt x="116014" y="58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1848243" y="538162"/>
              <a:ext cx="106871" cy="106680"/>
            </a:xfrm>
            <a:custGeom>
              <a:avLst/>
              <a:gdLst/>
              <a:ahLst/>
              <a:cxnLst/>
              <a:rect l="l" t="t" r="r" b="b"/>
              <a:pathLst>
                <a:path w="106871" h="106680">
                  <a:moveTo>
                    <a:pt x="53435" y="106680"/>
                  </a:moveTo>
                  <a:cubicBezTo>
                    <a:pt x="82963" y="106680"/>
                    <a:pt x="106871" y="82772"/>
                    <a:pt x="106871" y="53340"/>
                  </a:cubicBezTo>
                  <a:cubicBezTo>
                    <a:pt x="106871" y="23812"/>
                    <a:pt x="82867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4003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2011216" y="548164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7"/>
                    <a:pt x="67246" y="86582"/>
                    <a:pt x="43339" y="86582"/>
                  </a:cubicBezTo>
                  <a:cubicBezTo>
                    <a:pt x="19431" y="86582"/>
                    <a:pt x="0" y="67247"/>
                    <a:pt x="0" y="43339"/>
                  </a:cubicBezTo>
                  <a:cubicBezTo>
                    <a:pt x="0" y="19431"/>
                    <a:pt x="19431" y="0"/>
                    <a:pt x="43339" y="0"/>
                  </a:cubicBezTo>
                  <a:cubicBezTo>
                    <a:pt x="67246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1408378" y="709612"/>
              <a:ext cx="69342" cy="69342"/>
            </a:xfrm>
            <a:custGeom>
              <a:avLst/>
              <a:gdLst/>
              <a:ahLst/>
              <a:cxnLst/>
              <a:rect l="l" t="t" r="r" b="b"/>
              <a:pathLst>
                <a:path w="69342" h="69342">
                  <a:moveTo>
                    <a:pt x="69342" y="34671"/>
                  </a:moveTo>
                  <a:cubicBezTo>
                    <a:pt x="69342" y="53816"/>
                    <a:pt x="53816" y="69342"/>
                    <a:pt x="34671" y="69342"/>
                  </a:cubicBezTo>
                  <a:cubicBezTo>
                    <a:pt x="15526" y="69342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11553634" y="701897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42386" y="84773"/>
                  </a:moveTo>
                  <a:cubicBezTo>
                    <a:pt x="65818" y="84773"/>
                    <a:pt x="84773" y="65818"/>
                    <a:pt x="84773" y="42386"/>
                  </a:cubicBezTo>
                  <a:cubicBezTo>
                    <a:pt x="84773" y="18955"/>
                    <a:pt x="65818" y="0"/>
                    <a:pt x="42386" y="0"/>
                  </a:cubicBezTo>
                  <a:cubicBezTo>
                    <a:pt x="18860" y="0"/>
                    <a:pt x="0" y="18955"/>
                    <a:pt x="0" y="42386"/>
                  </a:cubicBezTo>
                  <a:cubicBezTo>
                    <a:pt x="0" y="65818"/>
                    <a:pt x="18860" y="84773"/>
                    <a:pt x="42386" y="847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1702986" y="698468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152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479" y="0"/>
                    <a:pt x="0" y="20479"/>
                    <a:pt x="0" y="45815"/>
                  </a:cubicBezTo>
                  <a:cubicBezTo>
                    <a:pt x="0" y="71152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1858434" y="701040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4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4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4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2018931" y="708755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150"/>
                    <a:pt x="55245" y="71152"/>
                    <a:pt x="35624" y="71152"/>
                  </a:cubicBezTo>
                  <a:cubicBezTo>
                    <a:pt x="15907" y="71152"/>
                    <a:pt x="0" y="55150"/>
                    <a:pt x="0" y="35528"/>
                  </a:cubicBezTo>
                  <a:cubicBezTo>
                    <a:pt x="0" y="15907"/>
                    <a:pt x="15907" y="0"/>
                    <a:pt x="35624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88868" y="6053138"/>
            <a:ext cx="702183" cy="702183"/>
            <a:chOff x="88868" y="6053138"/>
            <a:chExt cx="702183" cy="702183"/>
          </a:xfrm>
        </p:grpSpPr>
        <p:sp>
          <p:nvSpPr>
            <p:cNvPr id="39" name="Freeform 39"/>
            <p:cNvSpPr/>
            <p:nvPr/>
          </p:nvSpPr>
          <p:spPr>
            <a:xfrm>
              <a:off x="99917" y="6064091"/>
              <a:ext cx="67818" cy="67913"/>
            </a:xfrm>
            <a:custGeom>
              <a:avLst/>
              <a:gdLst/>
              <a:ahLst/>
              <a:cxnLst/>
              <a:rect l="l" t="t" r="r" b="b"/>
              <a:pathLst>
                <a:path w="67818" h="67913">
                  <a:moveTo>
                    <a:pt x="33909" y="67913"/>
                  </a:moveTo>
                  <a:cubicBezTo>
                    <a:pt x="52578" y="67913"/>
                    <a:pt x="67818" y="52769"/>
                    <a:pt x="67818" y="34004"/>
                  </a:cubicBezTo>
                  <a:cubicBezTo>
                    <a:pt x="67818" y="15335"/>
                    <a:pt x="52673" y="0"/>
                    <a:pt x="33909" y="0"/>
                  </a:cubicBezTo>
                  <a:cubicBezTo>
                    <a:pt x="15240" y="0"/>
                    <a:pt x="0" y="15145"/>
                    <a:pt x="0" y="34004"/>
                  </a:cubicBezTo>
                  <a:cubicBezTo>
                    <a:pt x="0" y="52769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245078" y="6056566"/>
              <a:ext cx="83153" cy="83058"/>
            </a:xfrm>
            <a:custGeom>
              <a:avLst/>
              <a:gdLst/>
              <a:ahLst/>
              <a:cxnLst/>
              <a:rect l="l" t="t" r="r" b="b"/>
              <a:pathLst>
                <a:path w="83153" h="83058">
                  <a:moveTo>
                    <a:pt x="41719" y="83058"/>
                  </a:moveTo>
                  <a:cubicBezTo>
                    <a:pt x="64675" y="83058"/>
                    <a:pt x="83153" y="64484"/>
                    <a:pt x="83153" y="41529"/>
                  </a:cubicBezTo>
                  <a:cubicBezTo>
                    <a:pt x="83153" y="18574"/>
                    <a:pt x="64675" y="0"/>
                    <a:pt x="41719" y="0"/>
                  </a:cubicBezTo>
                  <a:cubicBezTo>
                    <a:pt x="18669" y="0"/>
                    <a:pt x="190" y="18574"/>
                    <a:pt x="190" y="41529"/>
                  </a:cubicBezTo>
                  <a:cubicBezTo>
                    <a:pt x="0" y="64484"/>
                    <a:pt x="18669" y="83058"/>
                    <a:pt x="41719" y="8305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394621" y="605313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958" y="89821"/>
                  </a:moveTo>
                  <a:cubicBezTo>
                    <a:pt x="69818" y="89821"/>
                    <a:pt x="89821" y="69818"/>
                    <a:pt x="89821" y="44958"/>
                  </a:cubicBezTo>
                  <a:cubicBezTo>
                    <a:pt x="89821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958"/>
                  </a:cubicBezTo>
                  <a:cubicBezTo>
                    <a:pt x="0" y="69818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550069" y="6055709"/>
              <a:ext cx="84773" cy="84772"/>
            </a:xfrm>
            <a:custGeom>
              <a:avLst/>
              <a:gdLst/>
              <a:ahLst/>
              <a:cxnLst/>
              <a:rect l="l" t="t" r="r" b="b"/>
              <a:pathLst>
                <a:path w="84773" h="84772">
                  <a:moveTo>
                    <a:pt x="84773" y="42386"/>
                  </a:moveTo>
                  <a:cubicBezTo>
                    <a:pt x="84773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10565" y="6063520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2" y="69342"/>
                    <a:pt x="69437" y="53816"/>
                    <a:pt x="69437" y="34671"/>
                  </a:cubicBezTo>
                  <a:cubicBezTo>
                    <a:pt x="69437" y="15526"/>
                    <a:pt x="53912" y="0"/>
                    <a:pt x="34766" y="0"/>
                  </a:cubicBezTo>
                  <a:cubicBezTo>
                    <a:pt x="15526" y="0"/>
                    <a:pt x="0" y="15526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2297" y="6209443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669"/>
                    <a:pt x="18574" y="0"/>
                    <a:pt x="41529" y="0"/>
                  </a:cubicBezTo>
                  <a:cubicBezTo>
                    <a:pt x="64484" y="0"/>
                    <a:pt x="83058" y="18669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234982" y="6199251"/>
              <a:ext cx="103537" cy="103442"/>
            </a:xfrm>
            <a:custGeom>
              <a:avLst/>
              <a:gdLst/>
              <a:ahLst/>
              <a:cxnLst/>
              <a:rect l="l" t="t" r="r" b="b"/>
              <a:pathLst>
                <a:path w="103537" h="103442">
                  <a:moveTo>
                    <a:pt x="51721" y="103442"/>
                  </a:moveTo>
                  <a:cubicBezTo>
                    <a:pt x="80296" y="103442"/>
                    <a:pt x="103537" y="80391"/>
                    <a:pt x="103537" y="51721"/>
                  </a:cubicBezTo>
                  <a:cubicBezTo>
                    <a:pt x="103537" y="23146"/>
                    <a:pt x="80391" y="0"/>
                    <a:pt x="51721" y="0"/>
                  </a:cubicBezTo>
                  <a:cubicBezTo>
                    <a:pt x="23241" y="0"/>
                    <a:pt x="0" y="23241"/>
                    <a:pt x="0" y="51721"/>
                  </a:cubicBezTo>
                  <a:cubicBezTo>
                    <a:pt x="0" y="80296"/>
                    <a:pt x="23146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382238" y="619372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539877" y="619839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105251" y="52578"/>
                  </a:moveTo>
                  <a:cubicBezTo>
                    <a:pt x="105251" y="81629"/>
                    <a:pt x="81629" y="105251"/>
                    <a:pt x="52578" y="105251"/>
                  </a:cubicBezTo>
                  <a:cubicBezTo>
                    <a:pt x="23527" y="105251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629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02850" y="6208586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84868" y="42386"/>
                  </a:moveTo>
                  <a:cubicBezTo>
                    <a:pt x="84868" y="65818"/>
                    <a:pt x="65818" y="84772"/>
                    <a:pt x="42481" y="84772"/>
                  </a:cubicBezTo>
                  <a:cubicBezTo>
                    <a:pt x="19050" y="84772"/>
                    <a:pt x="0" y="65818"/>
                    <a:pt x="0" y="42386"/>
                  </a:cubicBezTo>
                  <a:cubicBezTo>
                    <a:pt x="0" y="18955"/>
                    <a:pt x="19050" y="0"/>
                    <a:pt x="42481" y="0"/>
                  </a:cubicBezTo>
                  <a:cubicBezTo>
                    <a:pt x="65818" y="0"/>
                    <a:pt x="84868" y="18955"/>
                    <a:pt x="84868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8868" y="6358890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229457" y="6346508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964"/>
                    <a:pt x="88964" y="114586"/>
                    <a:pt x="57340" y="114586"/>
                  </a:cubicBezTo>
                  <a:cubicBezTo>
                    <a:pt x="25622" y="114586"/>
                    <a:pt x="0" y="88964"/>
                    <a:pt x="0" y="57245"/>
                  </a:cubicBezTo>
                  <a:cubicBezTo>
                    <a:pt x="0" y="25622"/>
                    <a:pt x="25622" y="0"/>
                    <a:pt x="57340" y="0"/>
                  </a:cubicBezTo>
                  <a:cubicBezTo>
                    <a:pt x="88964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373475" y="6337649"/>
              <a:ext cx="132207" cy="132302"/>
            </a:xfrm>
            <a:custGeom>
              <a:avLst/>
              <a:gdLst/>
              <a:ahLst/>
              <a:cxnLst/>
              <a:rect l="l" t="t" r="r" b="b"/>
              <a:pathLst>
                <a:path w="132207" h="132302">
                  <a:moveTo>
                    <a:pt x="132207" y="66103"/>
                  </a:moveTo>
                  <a:cubicBezTo>
                    <a:pt x="132207" y="102679"/>
                    <a:pt x="102584" y="132302"/>
                    <a:pt x="66103" y="132302"/>
                  </a:cubicBezTo>
                  <a:cubicBezTo>
                    <a:pt x="29528" y="132302"/>
                    <a:pt x="0" y="102679"/>
                    <a:pt x="0" y="66103"/>
                  </a:cubicBezTo>
                  <a:cubicBezTo>
                    <a:pt x="0" y="29623"/>
                    <a:pt x="29528" y="0"/>
                    <a:pt x="66103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534448" y="6345746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6" y="116110"/>
                    <a:pt x="58007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007" y="0"/>
                  </a:cubicBezTo>
                  <a:cubicBezTo>
                    <a:pt x="90106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99516" y="6358033"/>
              <a:ext cx="91535" cy="91535"/>
            </a:xfrm>
            <a:custGeom>
              <a:avLst/>
              <a:gdLst/>
              <a:ahLst/>
              <a:cxnLst/>
              <a:rect l="l" t="t" r="r" b="b"/>
              <a:pathLst>
                <a:path w="91535" h="91535">
                  <a:moveTo>
                    <a:pt x="45815" y="91535"/>
                  </a:moveTo>
                  <a:cubicBezTo>
                    <a:pt x="70961" y="91535"/>
                    <a:pt x="91535" y="71152"/>
                    <a:pt x="91535" y="45720"/>
                  </a:cubicBezTo>
                  <a:cubicBezTo>
                    <a:pt x="91535" y="20574"/>
                    <a:pt x="71152" y="0"/>
                    <a:pt x="45815" y="0"/>
                  </a:cubicBezTo>
                  <a:cubicBezTo>
                    <a:pt x="20574" y="0"/>
                    <a:pt x="0" y="20383"/>
                    <a:pt x="0" y="45720"/>
                  </a:cubicBezTo>
                  <a:cubicBezTo>
                    <a:pt x="0" y="71152"/>
                    <a:pt x="20574" y="91535"/>
                    <a:pt x="45815" y="9153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91440" y="6514338"/>
              <a:ext cx="84772" cy="84773"/>
            </a:xfrm>
            <a:custGeom>
              <a:avLst/>
              <a:gdLst/>
              <a:ahLst/>
              <a:cxnLst/>
              <a:rect l="l" t="t" r="r" b="b"/>
              <a:pathLst>
                <a:path w="84772" h="84773">
                  <a:moveTo>
                    <a:pt x="84772" y="42386"/>
                  </a:moveTo>
                  <a:cubicBezTo>
                    <a:pt x="84772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234124" y="6503956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578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578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578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381476" y="6498717"/>
              <a:ext cx="116110" cy="116015"/>
            </a:xfrm>
            <a:custGeom>
              <a:avLst/>
              <a:gdLst/>
              <a:ahLst/>
              <a:cxnLst/>
              <a:rect l="l" t="t" r="r" b="b"/>
              <a:pathLst>
                <a:path w="116110" h="116015">
                  <a:moveTo>
                    <a:pt x="116110" y="58007"/>
                  </a:moveTo>
                  <a:cubicBezTo>
                    <a:pt x="116110" y="90107"/>
                    <a:pt x="90107" y="116015"/>
                    <a:pt x="58103" y="116015"/>
                  </a:cubicBezTo>
                  <a:cubicBezTo>
                    <a:pt x="26003" y="116015"/>
                    <a:pt x="0" y="90107"/>
                    <a:pt x="0" y="58007"/>
                  </a:cubicBezTo>
                  <a:cubicBezTo>
                    <a:pt x="0" y="26003"/>
                    <a:pt x="26003" y="0"/>
                    <a:pt x="58103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539020" y="6503384"/>
              <a:ext cx="106870" cy="106680"/>
            </a:xfrm>
            <a:custGeom>
              <a:avLst/>
              <a:gdLst/>
              <a:ahLst/>
              <a:cxnLst/>
              <a:rect l="l" t="t" r="r" b="b"/>
              <a:pathLst>
                <a:path w="106870" h="106680">
                  <a:moveTo>
                    <a:pt x="53435" y="106680"/>
                  </a:moveTo>
                  <a:cubicBezTo>
                    <a:pt x="82963" y="106680"/>
                    <a:pt x="106870" y="82772"/>
                    <a:pt x="106870" y="53340"/>
                  </a:cubicBezTo>
                  <a:cubicBezTo>
                    <a:pt x="106870" y="23812"/>
                    <a:pt x="82868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3908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701992" y="6513481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3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3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99155" y="6674834"/>
              <a:ext cx="69342" cy="69437"/>
            </a:xfrm>
            <a:custGeom>
              <a:avLst/>
              <a:gdLst/>
              <a:ahLst/>
              <a:cxnLst/>
              <a:rect l="l" t="t" r="r" b="b"/>
              <a:pathLst>
                <a:path w="69342" h="69437">
                  <a:moveTo>
                    <a:pt x="69342" y="34671"/>
                  </a:moveTo>
                  <a:cubicBezTo>
                    <a:pt x="69342" y="53816"/>
                    <a:pt x="53816" y="69437"/>
                    <a:pt x="34671" y="69437"/>
                  </a:cubicBezTo>
                  <a:cubicBezTo>
                    <a:pt x="15526" y="69437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244316" y="6667119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42386" y="84772"/>
                  </a:moveTo>
                  <a:cubicBezTo>
                    <a:pt x="65913" y="84772"/>
                    <a:pt x="84868" y="65913"/>
                    <a:pt x="84868" y="42386"/>
                  </a:cubicBezTo>
                  <a:cubicBezTo>
                    <a:pt x="84868" y="18955"/>
                    <a:pt x="65913" y="0"/>
                    <a:pt x="42386" y="0"/>
                  </a:cubicBezTo>
                  <a:cubicBezTo>
                    <a:pt x="18955" y="0"/>
                    <a:pt x="0" y="18955"/>
                    <a:pt x="0" y="42386"/>
                  </a:cubicBezTo>
                  <a:cubicBezTo>
                    <a:pt x="0" y="65913"/>
                    <a:pt x="18955" y="84772"/>
                    <a:pt x="42386" y="8477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393764" y="6663690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247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383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549212" y="6666262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243"/>
                  </a:moveTo>
                  <a:cubicBezTo>
                    <a:pt x="86582" y="67151"/>
                    <a:pt x="67151" y="86582"/>
                    <a:pt x="43244" y="86582"/>
                  </a:cubicBezTo>
                  <a:cubicBezTo>
                    <a:pt x="19336" y="86582"/>
                    <a:pt x="0" y="67151"/>
                    <a:pt x="0" y="43243"/>
                  </a:cubicBezTo>
                  <a:cubicBezTo>
                    <a:pt x="0" y="19336"/>
                    <a:pt x="19336" y="0"/>
                    <a:pt x="43244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709708" y="6673977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245"/>
                    <a:pt x="55245" y="71152"/>
                    <a:pt x="35623" y="71152"/>
                  </a:cubicBezTo>
                  <a:cubicBezTo>
                    <a:pt x="15907" y="71152"/>
                    <a:pt x="0" y="55245"/>
                    <a:pt x="0" y="35528"/>
                  </a:cubicBezTo>
                  <a:cubicBezTo>
                    <a:pt x="0" y="15907"/>
                    <a:pt x="15907" y="0"/>
                    <a:pt x="35623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7446836" y="880110"/>
            <a:ext cx="4726114" cy="551116"/>
            <a:chOff x="7446836" y="880110"/>
            <a:chExt cx="4726114" cy="551116"/>
          </a:xfrm>
        </p:grpSpPr>
        <p:sp>
          <p:nvSpPr>
            <p:cNvPr id="65" name="Rectangle 65"/>
            <p:cNvSpPr/>
            <p:nvPr/>
          </p:nvSpPr>
          <p:spPr>
            <a:xfrm>
              <a:off x="7446836" y="905542"/>
              <a:ext cx="2458307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791450" y="880110"/>
              <a:ext cx="4381500" cy="551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研究背景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446836" y="1348168"/>
            <a:ext cx="3544538" cy="370785"/>
            <a:chOff x="7446836" y="1348168"/>
            <a:chExt cx="3544538" cy="370785"/>
          </a:xfrm>
        </p:grpSpPr>
        <p:sp>
          <p:nvSpPr>
            <p:cNvPr id="68" name="Rectangle 68"/>
            <p:cNvSpPr/>
            <p:nvPr/>
          </p:nvSpPr>
          <p:spPr>
            <a:xfrm>
              <a:off x="7446836" y="1348168"/>
              <a:ext cx="3544538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517959" y="1393884"/>
              <a:ext cx="2423797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000000"/>
                  </a:solidFill>
                  <a:latin typeface="微软雅黑 Light"/>
                  <a:ea typeface="Microsoft YaHei"/>
                  <a:cs typeface="微软雅黑 Light"/>
                </a:rPr>
                <a:t>Research background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346603" y="942118"/>
            <a:ext cx="816945" cy="858559"/>
            <a:chOff x="6346603" y="942118"/>
            <a:chExt cx="816945" cy="858559"/>
          </a:xfrm>
        </p:grpSpPr>
        <p:sp>
          <p:nvSpPr>
            <p:cNvPr id="71" name="Rectangle 71"/>
            <p:cNvSpPr/>
            <p:nvPr/>
          </p:nvSpPr>
          <p:spPr>
            <a:xfrm>
              <a:off x="6346603" y="942118"/>
              <a:ext cx="816292" cy="70789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87246" y="987928"/>
              <a:ext cx="776302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8B0012"/>
                  </a:solidFill>
                  <a:latin typeface="微软雅黑"/>
                  <a:ea typeface="Microsoft YaHei"/>
                  <a:cs typeface="微软雅黑"/>
                </a:rPr>
                <a:t>01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285768" y="1010698"/>
            <a:ext cx="9525" cy="570833"/>
            <a:chOff x="7285768" y="1010698"/>
            <a:chExt cx="9525" cy="570833"/>
          </a:xfrm>
        </p:grpSpPr>
        <p:sp>
          <p:nvSpPr>
            <p:cNvPr id="74" name="Line 74"/>
            <p:cNvSpPr/>
            <p:nvPr/>
          </p:nvSpPr>
          <p:spPr>
            <a:xfrm>
              <a:off x="7285768" y="1010698"/>
              <a:ext cx="9525" cy="570833"/>
            </a:xfrm>
            <a:custGeom>
              <a:avLst/>
              <a:gdLst/>
              <a:ahLst/>
              <a:cxnLst/>
              <a:rect l="l" t="t" r="r" b="b"/>
              <a:pathLst>
                <a:path w="9525" h="570833">
                  <a:moveTo>
                    <a:pt x="0" y="0"/>
                  </a:moveTo>
                  <a:lnTo>
                    <a:pt x="0" y="570833"/>
                  </a:lnTo>
                </a:path>
              </a:pathLst>
            </a:custGeom>
            <a:noFill/>
            <a:ln w="38100">
              <a:solidFill>
                <a:srgbClr val="8B0012"/>
              </a:solidFill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7285768" y="1031938"/>
            <a:ext cx="9525" cy="570833"/>
            <a:chOff x="7285768" y="1031938"/>
            <a:chExt cx="9525" cy="570833"/>
          </a:xfrm>
        </p:grpSpPr>
        <p:sp>
          <p:nvSpPr>
            <p:cNvPr id="76" name="Line 76"/>
            <p:cNvSpPr/>
            <p:nvPr/>
          </p:nvSpPr>
          <p:spPr>
            <a:xfrm>
              <a:off x="7285768" y="1031938"/>
              <a:ext cx="9525" cy="570833"/>
            </a:xfrm>
            <a:custGeom>
              <a:avLst/>
              <a:gdLst/>
              <a:ahLst/>
              <a:cxnLst/>
              <a:rect l="l" t="t" r="r" b="b"/>
              <a:pathLst>
                <a:path w="9525" h="570833">
                  <a:moveTo>
                    <a:pt x="0" y="0"/>
                  </a:moveTo>
                  <a:lnTo>
                    <a:pt x="0" y="570833"/>
                  </a:lnTo>
                </a:path>
              </a:pathLst>
            </a:custGeom>
            <a:noFill/>
            <a:ln w="38100">
              <a:solidFill>
                <a:srgbClr val="8B0012"/>
              </a:solidFill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7446836" y="1946529"/>
            <a:ext cx="4726114" cy="551116"/>
            <a:chOff x="7446836" y="1946529"/>
            <a:chExt cx="4726114" cy="551116"/>
          </a:xfrm>
        </p:grpSpPr>
        <p:sp>
          <p:nvSpPr>
            <p:cNvPr id="78" name="Rectangle 78"/>
            <p:cNvSpPr/>
            <p:nvPr/>
          </p:nvSpPr>
          <p:spPr>
            <a:xfrm>
              <a:off x="7446836" y="1971961"/>
              <a:ext cx="2458307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791450" y="1946529"/>
              <a:ext cx="4381500" cy="551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目的及意义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446836" y="2414588"/>
            <a:ext cx="3544538" cy="370784"/>
            <a:chOff x="7446836" y="2414588"/>
            <a:chExt cx="3544538" cy="370784"/>
          </a:xfrm>
        </p:grpSpPr>
        <p:sp>
          <p:nvSpPr>
            <p:cNvPr id="81" name="Rectangle 81"/>
            <p:cNvSpPr/>
            <p:nvPr/>
          </p:nvSpPr>
          <p:spPr>
            <a:xfrm>
              <a:off x="7446836" y="2414588"/>
              <a:ext cx="3544538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517959" y="2460303"/>
              <a:ext cx="2832673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000000"/>
                  </a:solidFill>
                  <a:latin typeface="微软雅黑 Light"/>
                  <a:ea typeface="Microsoft YaHei"/>
                  <a:cs typeface="微软雅黑 Light"/>
                </a:rPr>
                <a:t>Purpose and Significance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346603" y="2008632"/>
            <a:ext cx="816945" cy="858464"/>
            <a:chOff x="6346603" y="2008632"/>
            <a:chExt cx="816945" cy="858464"/>
          </a:xfrm>
        </p:grpSpPr>
        <p:sp>
          <p:nvSpPr>
            <p:cNvPr id="84" name="Rectangle 84"/>
            <p:cNvSpPr/>
            <p:nvPr/>
          </p:nvSpPr>
          <p:spPr>
            <a:xfrm>
              <a:off x="6346603" y="2008632"/>
              <a:ext cx="816292" cy="70789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387246" y="2054347"/>
              <a:ext cx="776302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8B0012"/>
                  </a:solidFill>
                  <a:latin typeface="微软雅黑"/>
                  <a:ea typeface="Microsoft YaHei"/>
                  <a:cs typeface="微软雅黑"/>
                </a:rPr>
                <a:t>02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285768" y="2077117"/>
            <a:ext cx="9525" cy="570833"/>
            <a:chOff x="7285768" y="2077117"/>
            <a:chExt cx="9525" cy="570833"/>
          </a:xfrm>
        </p:grpSpPr>
        <p:sp>
          <p:nvSpPr>
            <p:cNvPr id="87" name="Line 87"/>
            <p:cNvSpPr/>
            <p:nvPr/>
          </p:nvSpPr>
          <p:spPr>
            <a:xfrm>
              <a:off x="7285768" y="2077117"/>
              <a:ext cx="9525" cy="570833"/>
            </a:xfrm>
            <a:custGeom>
              <a:avLst/>
              <a:gdLst/>
              <a:ahLst/>
              <a:cxnLst/>
              <a:rect l="l" t="t" r="r" b="b"/>
              <a:pathLst>
                <a:path w="9525" h="570833">
                  <a:moveTo>
                    <a:pt x="0" y="0"/>
                  </a:moveTo>
                  <a:lnTo>
                    <a:pt x="0" y="570833"/>
                  </a:lnTo>
                </a:path>
              </a:pathLst>
            </a:custGeom>
            <a:noFill/>
            <a:ln w="38100">
              <a:solidFill>
                <a:srgbClr val="8B0012"/>
              </a:solidFill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7446836" y="3013043"/>
            <a:ext cx="4726114" cy="551116"/>
            <a:chOff x="7446836" y="3013043"/>
            <a:chExt cx="4726114" cy="551116"/>
          </a:xfrm>
        </p:grpSpPr>
        <p:sp>
          <p:nvSpPr>
            <p:cNvPr id="89" name="Rectangle 89"/>
            <p:cNvSpPr/>
            <p:nvPr/>
          </p:nvSpPr>
          <p:spPr>
            <a:xfrm>
              <a:off x="7446836" y="3038380"/>
              <a:ext cx="2458307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791450" y="3013043"/>
              <a:ext cx="4381500" cy="551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材料与方法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7446836" y="3481006"/>
            <a:ext cx="3544538" cy="370880"/>
            <a:chOff x="7446836" y="3481006"/>
            <a:chExt cx="3544538" cy="370880"/>
          </a:xfrm>
        </p:grpSpPr>
        <p:sp>
          <p:nvSpPr>
            <p:cNvPr id="92" name="Rectangle 92"/>
            <p:cNvSpPr/>
            <p:nvPr/>
          </p:nvSpPr>
          <p:spPr>
            <a:xfrm>
              <a:off x="7446836" y="3481006"/>
              <a:ext cx="3544538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517959" y="3526817"/>
              <a:ext cx="2599030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000000"/>
                  </a:solidFill>
                  <a:latin typeface="微软雅黑 Light"/>
                  <a:ea typeface="Microsoft YaHei"/>
                  <a:cs typeface="微软雅黑 Light"/>
                </a:rPr>
                <a:t>Materials and Methods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346603" y="3075051"/>
            <a:ext cx="816945" cy="858464"/>
            <a:chOff x="6346603" y="3075051"/>
            <a:chExt cx="816945" cy="858464"/>
          </a:xfrm>
        </p:grpSpPr>
        <p:sp>
          <p:nvSpPr>
            <p:cNvPr id="95" name="Rectangle 95"/>
            <p:cNvSpPr/>
            <p:nvPr/>
          </p:nvSpPr>
          <p:spPr>
            <a:xfrm>
              <a:off x="6346603" y="3075051"/>
              <a:ext cx="816292" cy="70789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387246" y="3120766"/>
              <a:ext cx="776302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8B0012"/>
                  </a:solidFill>
                  <a:latin typeface="微软雅黑"/>
                  <a:ea typeface="Microsoft YaHei"/>
                  <a:cs typeface="微软雅黑"/>
                </a:rPr>
                <a:t>03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285768" y="3143536"/>
            <a:ext cx="9525" cy="570929"/>
            <a:chOff x="7285768" y="3143536"/>
            <a:chExt cx="9525" cy="570929"/>
          </a:xfrm>
        </p:grpSpPr>
        <p:sp>
          <p:nvSpPr>
            <p:cNvPr id="98" name="Line 98"/>
            <p:cNvSpPr/>
            <p:nvPr/>
          </p:nvSpPr>
          <p:spPr>
            <a:xfrm>
              <a:off x="7285768" y="3143536"/>
              <a:ext cx="9525" cy="570929"/>
            </a:xfrm>
            <a:custGeom>
              <a:avLst/>
              <a:gdLst/>
              <a:ahLst/>
              <a:cxnLst/>
              <a:rect l="l" t="t" r="r" b="b"/>
              <a:pathLst>
                <a:path w="9525" h="570929">
                  <a:moveTo>
                    <a:pt x="0" y="0"/>
                  </a:moveTo>
                  <a:lnTo>
                    <a:pt x="0" y="570929"/>
                  </a:lnTo>
                </a:path>
              </a:pathLst>
            </a:custGeom>
            <a:noFill/>
            <a:ln w="38100">
              <a:solidFill>
                <a:srgbClr val="8B0012"/>
              </a:solidFill>
            </a:ln>
          </p:spPr>
        </p:sp>
      </p:grpSp>
      <p:grpSp>
        <p:nvGrpSpPr>
          <p:cNvPr id="102" name="Group 102"/>
          <p:cNvGrpSpPr/>
          <p:nvPr/>
        </p:nvGrpSpPr>
        <p:grpSpPr>
          <a:xfrm>
            <a:off x="7446836" y="4079462"/>
            <a:ext cx="4726114" cy="551116"/>
            <a:chOff x="7446836" y="4079462"/>
            <a:chExt cx="4726114" cy="551116"/>
          </a:xfrm>
        </p:grpSpPr>
        <p:sp>
          <p:nvSpPr>
            <p:cNvPr id="100" name="Rectangle 100"/>
            <p:cNvSpPr/>
            <p:nvPr/>
          </p:nvSpPr>
          <p:spPr>
            <a:xfrm>
              <a:off x="7446836" y="4104894"/>
              <a:ext cx="2458307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791450" y="4079462"/>
              <a:ext cx="4381500" cy="551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结果与分析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446836" y="4547521"/>
            <a:ext cx="3544538" cy="370784"/>
            <a:chOff x="7446836" y="4547521"/>
            <a:chExt cx="3544538" cy="370784"/>
          </a:xfrm>
        </p:grpSpPr>
        <p:sp>
          <p:nvSpPr>
            <p:cNvPr id="103" name="Rectangle 103"/>
            <p:cNvSpPr/>
            <p:nvPr/>
          </p:nvSpPr>
          <p:spPr>
            <a:xfrm>
              <a:off x="7446836" y="4547521"/>
              <a:ext cx="3544538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517959" y="4593236"/>
              <a:ext cx="2318658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000000"/>
                  </a:solidFill>
                  <a:latin typeface="微软雅黑 Light"/>
                  <a:ea typeface="Microsoft YaHei"/>
                  <a:cs typeface="微软雅黑 Light"/>
                </a:rPr>
                <a:t>Results and Analysis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346603" y="4141470"/>
            <a:ext cx="816945" cy="858559"/>
            <a:chOff x="6346603" y="4141470"/>
            <a:chExt cx="816945" cy="858559"/>
          </a:xfrm>
        </p:grpSpPr>
        <p:sp>
          <p:nvSpPr>
            <p:cNvPr id="106" name="Rectangle 106"/>
            <p:cNvSpPr/>
            <p:nvPr/>
          </p:nvSpPr>
          <p:spPr>
            <a:xfrm>
              <a:off x="6346603" y="4141470"/>
              <a:ext cx="816292" cy="70789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387246" y="4187280"/>
              <a:ext cx="776302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8B0012"/>
                  </a:solidFill>
                  <a:latin typeface="微软雅黑"/>
                  <a:ea typeface="Microsoft YaHei"/>
                  <a:cs typeface="微软雅黑"/>
                </a:rPr>
                <a:t>04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7285768" y="4210050"/>
            <a:ext cx="9525" cy="570833"/>
            <a:chOff x="7285768" y="4210050"/>
            <a:chExt cx="9525" cy="570833"/>
          </a:xfrm>
        </p:grpSpPr>
        <p:sp>
          <p:nvSpPr>
            <p:cNvPr id="109" name="Line 109"/>
            <p:cNvSpPr/>
            <p:nvPr/>
          </p:nvSpPr>
          <p:spPr>
            <a:xfrm>
              <a:off x="7285768" y="4210050"/>
              <a:ext cx="9525" cy="570833"/>
            </a:xfrm>
            <a:custGeom>
              <a:avLst/>
              <a:gdLst/>
              <a:ahLst/>
              <a:cxnLst/>
              <a:rect l="l" t="t" r="r" b="b"/>
              <a:pathLst>
                <a:path w="9525" h="570833">
                  <a:moveTo>
                    <a:pt x="0" y="0"/>
                  </a:moveTo>
                  <a:lnTo>
                    <a:pt x="0" y="570833"/>
                  </a:lnTo>
                </a:path>
              </a:pathLst>
            </a:custGeom>
            <a:noFill/>
            <a:ln w="38100">
              <a:solidFill>
                <a:srgbClr val="8B0012"/>
              </a:solidFill>
            </a:ln>
          </p:spPr>
        </p:sp>
      </p:grpSp>
      <p:grpSp>
        <p:nvGrpSpPr>
          <p:cNvPr id="113" name="Group 113"/>
          <p:cNvGrpSpPr/>
          <p:nvPr/>
        </p:nvGrpSpPr>
        <p:grpSpPr>
          <a:xfrm>
            <a:off x="7446836" y="5145881"/>
            <a:ext cx="4726114" cy="551116"/>
            <a:chOff x="7446836" y="5145881"/>
            <a:chExt cx="4726114" cy="551116"/>
          </a:xfrm>
        </p:grpSpPr>
        <p:sp>
          <p:nvSpPr>
            <p:cNvPr id="111" name="Rectangle 111"/>
            <p:cNvSpPr/>
            <p:nvPr/>
          </p:nvSpPr>
          <p:spPr>
            <a:xfrm>
              <a:off x="7446836" y="5171313"/>
              <a:ext cx="2458307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791450" y="5145881"/>
              <a:ext cx="4381500" cy="551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结论与讨论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7446836" y="5613940"/>
            <a:ext cx="3544538" cy="370784"/>
            <a:chOff x="7446836" y="5613940"/>
            <a:chExt cx="3544538" cy="370784"/>
          </a:xfrm>
        </p:grpSpPr>
        <p:sp>
          <p:nvSpPr>
            <p:cNvPr id="114" name="Rectangle 114"/>
            <p:cNvSpPr/>
            <p:nvPr/>
          </p:nvSpPr>
          <p:spPr>
            <a:xfrm>
              <a:off x="7446836" y="5613940"/>
              <a:ext cx="3544538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7517959" y="5659655"/>
              <a:ext cx="2902766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000000"/>
                  </a:solidFill>
                  <a:latin typeface="微软雅黑 Light"/>
                  <a:ea typeface="Microsoft YaHei"/>
                  <a:cs typeface="微软雅黑 Light"/>
                </a:rPr>
                <a:t>Conclusion and Discussion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6346603" y="5207984"/>
            <a:ext cx="816945" cy="858464"/>
            <a:chOff x="6346603" y="5207984"/>
            <a:chExt cx="816945" cy="858464"/>
          </a:xfrm>
        </p:grpSpPr>
        <p:sp>
          <p:nvSpPr>
            <p:cNvPr id="117" name="Rectangle 117"/>
            <p:cNvSpPr/>
            <p:nvPr/>
          </p:nvSpPr>
          <p:spPr>
            <a:xfrm>
              <a:off x="6346603" y="5207984"/>
              <a:ext cx="816292" cy="70789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387246" y="5253699"/>
              <a:ext cx="776302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8B0012"/>
                  </a:solidFill>
                  <a:latin typeface="微软雅黑"/>
                  <a:ea typeface="Microsoft YaHei"/>
                  <a:cs typeface="微软雅黑"/>
                </a:rPr>
                <a:t>05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7285768" y="5276469"/>
            <a:ext cx="9525" cy="570833"/>
            <a:chOff x="7285768" y="5276469"/>
            <a:chExt cx="9525" cy="570833"/>
          </a:xfrm>
        </p:grpSpPr>
        <p:sp>
          <p:nvSpPr>
            <p:cNvPr id="120" name="Line 120"/>
            <p:cNvSpPr/>
            <p:nvPr/>
          </p:nvSpPr>
          <p:spPr>
            <a:xfrm>
              <a:off x="7285768" y="5276469"/>
              <a:ext cx="9525" cy="570833"/>
            </a:xfrm>
            <a:custGeom>
              <a:avLst/>
              <a:gdLst/>
              <a:ahLst/>
              <a:cxnLst/>
              <a:rect l="l" t="t" r="r" b="b"/>
              <a:pathLst>
                <a:path w="9525" h="570833">
                  <a:moveTo>
                    <a:pt x="0" y="0"/>
                  </a:moveTo>
                  <a:lnTo>
                    <a:pt x="0" y="570833"/>
                  </a:lnTo>
                </a:path>
              </a:pathLst>
            </a:custGeom>
            <a:noFill/>
            <a:ln w="38100">
              <a:solidFill>
                <a:srgbClr val="8B0012"/>
              </a:solidFill>
            </a:ln>
          </p:spPr>
        </p:sp>
      </p:grpSp>
      <p:grpSp>
        <p:nvGrpSpPr>
          <p:cNvPr id="123" name="Group 123"/>
          <p:cNvGrpSpPr/>
          <p:nvPr/>
        </p:nvGrpSpPr>
        <p:grpSpPr>
          <a:xfrm>
            <a:off x="9987160" y="419100"/>
            <a:ext cx="1685530" cy="304800"/>
            <a:chOff x="9987160" y="419100"/>
            <a:chExt cx="1685530" cy="304800"/>
          </a:xfrm>
        </p:grpSpPr>
        <p:pic>
          <p:nvPicPr>
            <p:cNvPr id="122" name="Image 1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87160" y="419100"/>
              <a:ext cx="1685530" cy="3048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1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5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9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87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9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2" grpId="0"/>
      <p:bldP spid="38" grpId="0"/>
      <p:bldP spid="64" grpId="0"/>
      <p:bldP spid="67" grpId="0"/>
      <p:bldP spid="70" grpId="0"/>
      <p:bldP spid="73" grpId="0"/>
      <p:bldP spid="75" grpId="0"/>
      <p:bldP spid="77" grpId="0"/>
      <p:bldP spid="80" grpId="0"/>
      <p:bldP spid="83" grpId="0"/>
      <p:bldP spid="86" grpId="0"/>
      <p:bldP spid="88" grpId="0"/>
      <p:bldP spid="91" grpId="0"/>
      <p:bldP spid="94" grpId="0"/>
      <p:bldP spid="97" grpId="0"/>
      <p:bldP spid="99" grpId="0"/>
      <p:bldP spid="102" grpId="0"/>
      <p:bldP spid="105" grpId="0"/>
      <p:bldP spid="108" grpId="0"/>
      <p:bldP spid="110" grpId="0"/>
      <p:bldP spid="113" grpId="0"/>
      <p:bldP spid="116" grpId="0"/>
      <p:bldP spid="119" grpId="0"/>
      <p:bldP spid="121" grpId="0"/>
      <p:bldP spid="1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1826038"/>
            <a:ext cx="12192000" cy="2467642"/>
            <a:chOff x="0" y="1826038"/>
            <a:chExt cx="12192000" cy="2467642"/>
          </a:xfrm>
        </p:grpSpPr>
        <p:sp>
          <p:nvSpPr>
            <p:cNvPr id="3" name="Rectangle 3"/>
            <p:cNvSpPr/>
            <p:nvPr/>
          </p:nvSpPr>
          <p:spPr>
            <a:xfrm>
              <a:off x="0" y="1826038"/>
              <a:ext cx="12192000" cy="246764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3126391" y="1908429"/>
            <a:ext cx="2229612" cy="2302764"/>
            <a:chOff x="3126391" y="1908429"/>
            <a:chExt cx="2229612" cy="2302764"/>
          </a:xfrm>
        </p:grpSpPr>
        <p:sp>
          <p:nvSpPr>
            <p:cNvPr id="5" name="Freeform 5"/>
            <p:cNvSpPr/>
            <p:nvPr/>
          </p:nvSpPr>
          <p:spPr>
            <a:xfrm>
              <a:off x="3126391" y="1908429"/>
              <a:ext cx="2229612" cy="2302764"/>
            </a:xfrm>
            <a:custGeom>
              <a:avLst/>
              <a:gdLst/>
              <a:ahLst/>
              <a:cxnLst/>
              <a:rect l="l" t="t" r="r" b="b"/>
              <a:pathLst>
                <a:path w="2229612" h="2302764">
                  <a:moveTo>
                    <a:pt x="1837944" y="605980"/>
                  </a:moveTo>
                  <a:cubicBezTo>
                    <a:pt x="1868043" y="632936"/>
                    <a:pt x="1913287" y="632936"/>
                    <a:pt x="1943386" y="605980"/>
                  </a:cubicBezTo>
                  <a:cubicBezTo>
                    <a:pt x="1973485" y="579120"/>
                    <a:pt x="1973485" y="538639"/>
                    <a:pt x="1943386" y="511778"/>
                  </a:cubicBezTo>
                  <a:cubicBezTo>
                    <a:pt x="1416082" y="40386"/>
                    <a:pt x="1416082" y="40386"/>
                    <a:pt x="1416082" y="40386"/>
                  </a:cubicBezTo>
                  <a:cubicBezTo>
                    <a:pt x="1401032" y="13525"/>
                    <a:pt x="1385983" y="0"/>
                    <a:pt x="1340834" y="0"/>
                  </a:cubicBezTo>
                  <a:cubicBezTo>
                    <a:pt x="1310640" y="13525"/>
                    <a:pt x="1295590" y="26956"/>
                    <a:pt x="1280541" y="40386"/>
                  </a:cubicBezTo>
                  <a:cubicBezTo>
                    <a:pt x="45244" y="1090803"/>
                    <a:pt x="45244" y="1090803"/>
                    <a:pt x="45244" y="1090803"/>
                  </a:cubicBezTo>
                  <a:cubicBezTo>
                    <a:pt x="30099" y="1104233"/>
                    <a:pt x="0" y="1117759"/>
                    <a:pt x="0" y="1144714"/>
                  </a:cubicBezTo>
                  <a:cubicBezTo>
                    <a:pt x="0" y="1185100"/>
                    <a:pt x="15049" y="1198531"/>
                    <a:pt x="45244" y="1212056"/>
                  </a:cubicBezTo>
                  <a:cubicBezTo>
                    <a:pt x="1280541" y="2262378"/>
                    <a:pt x="1280541" y="2262378"/>
                    <a:pt x="1280541" y="2262378"/>
                  </a:cubicBezTo>
                  <a:cubicBezTo>
                    <a:pt x="1310640" y="2289334"/>
                    <a:pt x="1310640" y="2302764"/>
                    <a:pt x="1340834" y="2302764"/>
                  </a:cubicBezTo>
                  <a:cubicBezTo>
                    <a:pt x="1385983" y="2302764"/>
                    <a:pt x="1401032" y="2289334"/>
                    <a:pt x="1416082" y="2262378"/>
                  </a:cubicBezTo>
                  <a:cubicBezTo>
                    <a:pt x="2184464" y="1629442"/>
                    <a:pt x="2184464" y="1629442"/>
                    <a:pt x="2184464" y="1629442"/>
                  </a:cubicBezTo>
                  <a:cubicBezTo>
                    <a:pt x="2199513" y="1616011"/>
                    <a:pt x="2229612" y="1602581"/>
                    <a:pt x="2229612" y="1562100"/>
                  </a:cubicBezTo>
                  <a:cubicBezTo>
                    <a:pt x="2229612" y="1535240"/>
                    <a:pt x="2214562" y="1521714"/>
                    <a:pt x="2184464" y="1508284"/>
                  </a:cubicBezTo>
                  <a:cubicBezTo>
                    <a:pt x="1416082" y="781050"/>
                    <a:pt x="1416082" y="781050"/>
                    <a:pt x="1416082" y="781050"/>
                  </a:cubicBezTo>
                  <a:cubicBezTo>
                    <a:pt x="1385983" y="767620"/>
                    <a:pt x="1370933" y="754190"/>
                    <a:pt x="1340834" y="754190"/>
                  </a:cubicBezTo>
                  <a:cubicBezTo>
                    <a:pt x="1310640" y="754190"/>
                    <a:pt x="1295590" y="767620"/>
                    <a:pt x="1265491" y="794575"/>
                  </a:cubicBezTo>
                  <a:cubicBezTo>
                    <a:pt x="813530" y="1171575"/>
                    <a:pt x="813530" y="1171575"/>
                    <a:pt x="813530" y="1171575"/>
                  </a:cubicBezTo>
                  <a:cubicBezTo>
                    <a:pt x="798481" y="1198531"/>
                    <a:pt x="783431" y="1212056"/>
                    <a:pt x="783431" y="1238917"/>
                  </a:cubicBezTo>
                  <a:cubicBezTo>
                    <a:pt x="783431" y="1252442"/>
                    <a:pt x="783431" y="1279303"/>
                    <a:pt x="798481" y="1279303"/>
                  </a:cubicBezTo>
                  <a:cubicBezTo>
                    <a:pt x="798481" y="1292828"/>
                    <a:pt x="798481" y="1292828"/>
                    <a:pt x="813530" y="1292828"/>
                  </a:cubicBezTo>
                  <a:cubicBezTo>
                    <a:pt x="1160050" y="1602581"/>
                    <a:pt x="1160050" y="1602581"/>
                    <a:pt x="1160050" y="1602581"/>
                  </a:cubicBezTo>
                  <a:cubicBezTo>
                    <a:pt x="1175099" y="1616011"/>
                    <a:pt x="1190149" y="1642967"/>
                    <a:pt x="1235297" y="1642967"/>
                  </a:cubicBezTo>
                  <a:cubicBezTo>
                    <a:pt x="1265491" y="1629442"/>
                    <a:pt x="1280541" y="1616011"/>
                    <a:pt x="1295590" y="1602581"/>
                  </a:cubicBezTo>
                  <a:cubicBezTo>
                    <a:pt x="1491424" y="1427512"/>
                    <a:pt x="1491424" y="1427512"/>
                    <a:pt x="1491424" y="1427512"/>
                  </a:cubicBezTo>
                  <a:cubicBezTo>
                    <a:pt x="1521619" y="1400556"/>
                    <a:pt x="1521619" y="1346644"/>
                    <a:pt x="1491424" y="1333214"/>
                  </a:cubicBezTo>
                  <a:cubicBezTo>
                    <a:pt x="1461325" y="1306258"/>
                    <a:pt x="1416082" y="1306258"/>
                    <a:pt x="1385983" y="1333214"/>
                  </a:cubicBezTo>
                  <a:cubicBezTo>
                    <a:pt x="1220248" y="1467898"/>
                    <a:pt x="1220248" y="1467898"/>
                    <a:pt x="1220248" y="1467898"/>
                  </a:cubicBezTo>
                  <a:cubicBezTo>
                    <a:pt x="964216" y="1238917"/>
                    <a:pt x="964216" y="1238917"/>
                    <a:pt x="964216" y="1238917"/>
                  </a:cubicBezTo>
                  <a:cubicBezTo>
                    <a:pt x="1340834" y="915733"/>
                    <a:pt x="1340834" y="915733"/>
                    <a:pt x="1340834" y="915733"/>
                  </a:cubicBezTo>
                  <a:cubicBezTo>
                    <a:pt x="2048828" y="1562100"/>
                    <a:pt x="2048828" y="1562100"/>
                    <a:pt x="2048828" y="1562100"/>
                  </a:cubicBezTo>
                  <a:cubicBezTo>
                    <a:pt x="1355884" y="2141220"/>
                    <a:pt x="1355884" y="2141220"/>
                    <a:pt x="1355884" y="2141220"/>
                  </a:cubicBezTo>
                  <a:cubicBezTo>
                    <a:pt x="195834" y="1158145"/>
                    <a:pt x="195834" y="1158145"/>
                    <a:pt x="195834" y="1158145"/>
                  </a:cubicBezTo>
                  <a:cubicBezTo>
                    <a:pt x="1355884" y="161639"/>
                    <a:pt x="1355884" y="161639"/>
                    <a:pt x="1355884" y="161639"/>
                  </a:cubicBezTo>
                  <a:cubicBezTo>
                    <a:pt x="1837944" y="605980"/>
                    <a:pt x="1837944" y="605980"/>
                    <a:pt x="1837944" y="605980"/>
                  </a:cubicBezTo>
                  <a:close/>
                </a:path>
              </a:pathLst>
            </a:custGeom>
            <a:solidFill>
              <a:srgbClr val="FBD7B3">
                <a:alpha val="50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398186" y="87916"/>
            <a:ext cx="702184" cy="702183"/>
            <a:chOff x="11398186" y="87916"/>
            <a:chExt cx="702184" cy="702183"/>
          </a:xfrm>
        </p:grpSpPr>
        <p:sp>
          <p:nvSpPr>
            <p:cNvPr id="7" name="Freeform 7"/>
            <p:cNvSpPr/>
            <p:nvPr/>
          </p:nvSpPr>
          <p:spPr>
            <a:xfrm>
              <a:off x="11409140" y="98870"/>
              <a:ext cx="67913" cy="67913"/>
            </a:xfrm>
            <a:custGeom>
              <a:avLst/>
              <a:gdLst/>
              <a:ahLst/>
              <a:cxnLst/>
              <a:rect l="l" t="t" r="r" b="b"/>
              <a:pathLst>
                <a:path w="67913" h="67913">
                  <a:moveTo>
                    <a:pt x="33909" y="67913"/>
                  </a:moveTo>
                  <a:cubicBezTo>
                    <a:pt x="52578" y="67913"/>
                    <a:pt x="67913" y="52768"/>
                    <a:pt x="67913" y="33909"/>
                  </a:cubicBezTo>
                  <a:cubicBezTo>
                    <a:pt x="67913" y="15240"/>
                    <a:pt x="52768" y="0"/>
                    <a:pt x="33909" y="0"/>
                  </a:cubicBezTo>
                  <a:cubicBezTo>
                    <a:pt x="15240" y="0"/>
                    <a:pt x="0" y="15145"/>
                    <a:pt x="0" y="33909"/>
                  </a:cubicBezTo>
                  <a:cubicBezTo>
                    <a:pt x="0" y="52768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1554396" y="91345"/>
              <a:ext cx="83153" cy="82963"/>
            </a:xfrm>
            <a:custGeom>
              <a:avLst/>
              <a:gdLst/>
              <a:ahLst/>
              <a:cxnLst/>
              <a:rect l="l" t="t" r="r" b="b"/>
              <a:pathLst>
                <a:path w="83153" h="82963">
                  <a:moveTo>
                    <a:pt x="41624" y="82963"/>
                  </a:moveTo>
                  <a:cubicBezTo>
                    <a:pt x="64579" y="82963"/>
                    <a:pt x="83153" y="64484"/>
                    <a:pt x="83153" y="41434"/>
                  </a:cubicBezTo>
                  <a:cubicBezTo>
                    <a:pt x="83153" y="18478"/>
                    <a:pt x="64579" y="0"/>
                    <a:pt x="41624" y="0"/>
                  </a:cubicBezTo>
                  <a:cubicBezTo>
                    <a:pt x="18669" y="0"/>
                    <a:pt x="95" y="18478"/>
                    <a:pt x="95" y="41434"/>
                  </a:cubicBezTo>
                  <a:cubicBezTo>
                    <a:pt x="0" y="64484"/>
                    <a:pt x="18669" y="82963"/>
                    <a:pt x="41624" y="8296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703844" y="87916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1859292" y="90392"/>
              <a:ext cx="84868" cy="84868"/>
            </a:xfrm>
            <a:custGeom>
              <a:avLst/>
              <a:gdLst/>
              <a:ahLst/>
              <a:cxnLst/>
              <a:rect l="l" t="t" r="r" b="b"/>
              <a:pathLst>
                <a:path w="84868" h="84868">
                  <a:moveTo>
                    <a:pt x="84868" y="42481"/>
                  </a:moveTo>
                  <a:cubicBezTo>
                    <a:pt x="84868" y="65818"/>
                    <a:pt x="65818" y="84868"/>
                    <a:pt x="42386" y="84868"/>
                  </a:cubicBezTo>
                  <a:cubicBezTo>
                    <a:pt x="19050" y="84868"/>
                    <a:pt x="0" y="65818"/>
                    <a:pt x="0" y="42481"/>
                  </a:cubicBezTo>
                  <a:cubicBezTo>
                    <a:pt x="0" y="19050"/>
                    <a:pt x="19050" y="0"/>
                    <a:pt x="42386" y="0"/>
                  </a:cubicBezTo>
                  <a:cubicBezTo>
                    <a:pt x="65818" y="0"/>
                    <a:pt x="84868" y="19050"/>
                    <a:pt x="84868" y="4248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019788" y="98298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1" y="69342"/>
                    <a:pt x="69437" y="53816"/>
                    <a:pt x="69437" y="34671"/>
                  </a:cubicBezTo>
                  <a:cubicBezTo>
                    <a:pt x="69437" y="15430"/>
                    <a:pt x="53911" y="0"/>
                    <a:pt x="34766" y="0"/>
                  </a:cubicBezTo>
                  <a:cubicBezTo>
                    <a:pt x="15526" y="0"/>
                    <a:pt x="0" y="15430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1401520" y="244221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574"/>
                    <a:pt x="18574" y="0"/>
                    <a:pt x="41529" y="0"/>
                  </a:cubicBezTo>
                  <a:cubicBezTo>
                    <a:pt x="64484" y="0"/>
                    <a:pt x="83058" y="18574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544300" y="234029"/>
              <a:ext cx="103441" cy="103442"/>
            </a:xfrm>
            <a:custGeom>
              <a:avLst/>
              <a:gdLst/>
              <a:ahLst/>
              <a:cxnLst/>
              <a:rect l="l" t="t" r="r" b="b"/>
              <a:pathLst>
                <a:path w="103441" h="103442">
                  <a:moveTo>
                    <a:pt x="51721" y="103442"/>
                  </a:moveTo>
                  <a:cubicBezTo>
                    <a:pt x="80201" y="103442"/>
                    <a:pt x="103441" y="80391"/>
                    <a:pt x="103441" y="51721"/>
                  </a:cubicBezTo>
                  <a:cubicBezTo>
                    <a:pt x="103441" y="23050"/>
                    <a:pt x="80296" y="0"/>
                    <a:pt x="51721" y="0"/>
                  </a:cubicBezTo>
                  <a:cubicBezTo>
                    <a:pt x="23146" y="0"/>
                    <a:pt x="0" y="23241"/>
                    <a:pt x="0" y="51721"/>
                  </a:cubicBezTo>
                  <a:cubicBezTo>
                    <a:pt x="0" y="80201"/>
                    <a:pt x="23051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1691556" y="228505"/>
              <a:ext cx="114490" cy="114490"/>
            </a:xfrm>
            <a:custGeom>
              <a:avLst/>
              <a:gdLst/>
              <a:ahLst/>
              <a:cxnLst/>
              <a:rect l="l" t="t" r="r" b="b"/>
              <a:pathLst>
                <a:path w="114490" h="114490">
                  <a:moveTo>
                    <a:pt x="114490" y="57245"/>
                  </a:moveTo>
                  <a:cubicBezTo>
                    <a:pt x="114490" y="88868"/>
                    <a:pt x="88868" y="114490"/>
                    <a:pt x="57245" y="114490"/>
                  </a:cubicBezTo>
                  <a:cubicBezTo>
                    <a:pt x="25622" y="114490"/>
                    <a:pt x="0" y="88868"/>
                    <a:pt x="0" y="57245"/>
                  </a:cubicBezTo>
                  <a:cubicBezTo>
                    <a:pt x="0" y="25622"/>
                    <a:pt x="25622" y="0"/>
                    <a:pt x="57245" y="0"/>
                  </a:cubicBezTo>
                  <a:cubicBezTo>
                    <a:pt x="88868" y="0"/>
                    <a:pt x="114490" y="25622"/>
                    <a:pt x="114490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1849100" y="233172"/>
              <a:ext cx="105251" cy="105156"/>
            </a:xfrm>
            <a:custGeom>
              <a:avLst/>
              <a:gdLst/>
              <a:ahLst/>
              <a:cxnLst/>
              <a:rect l="l" t="t" r="r" b="b"/>
              <a:pathLst>
                <a:path w="105251" h="105156">
                  <a:moveTo>
                    <a:pt x="105251" y="52578"/>
                  </a:moveTo>
                  <a:cubicBezTo>
                    <a:pt x="105251" y="81629"/>
                    <a:pt x="81724" y="105156"/>
                    <a:pt x="52578" y="105156"/>
                  </a:cubicBezTo>
                  <a:cubicBezTo>
                    <a:pt x="23527" y="105156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724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2012168" y="243364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84773" y="42386"/>
                  </a:moveTo>
                  <a:cubicBezTo>
                    <a:pt x="84773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1398186" y="39366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863" y="89821"/>
                  </a:moveTo>
                  <a:cubicBezTo>
                    <a:pt x="69723" y="89821"/>
                    <a:pt x="89821" y="69723"/>
                    <a:pt x="89821" y="44863"/>
                  </a:cubicBezTo>
                  <a:cubicBezTo>
                    <a:pt x="89821" y="20003"/>
                    <a:pt x="69723" y="0"/>
                    <a:pt x="44863" y="0"/>
                  </a:cubicBezTo>
                  <a:cubicBezTo>
                    <a:pt x="20002" y="0"/>
                    <a:pt x="0" y="20003"/>
                    <a:pt x="0" y="44863"/>
                  </a:cubicBezTo>
                  <a:cubicBezTo>
                    <a:pt x="0" y="69723"/>
                    <a:pt x="20098" y="89821"/>
                    <a:pt x="44863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538680" y="38128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1682698" y="372428"/>
              <a:ext cx="132207" cy="132207"/>
            </a:xfrm>
            <a:custGeom>
              <a:avLst/>
              <a:gdLst/>
              <a:ahLst/>
              <a:cxnLst/>
              <a:rect l="l" t="t" r="r" b="b"/>
              <a:pathLst>
                <a:path w="132207" h="132207">
                  <a:moveTo>
                    <a:pt x="132207" y="66103"/>
                  </a:moveTo>
                  <a:cubicBezTo>
                    <a:pt x="132207" y="102680"/>
                    <a:pt x="102584" y="132207"/>
                    <a:pt x="66104" y="132207"/>
                  </a:cubicBezTo>
                  <a:cubicBezTo>
                    <a:pt x="29623" y="132207"/>
                    <a:pt x="0" y="102680"/>
                    <a:pt x="0" y="66103"/>
                  </a:cubicBezTo>
                  <a:cubicBezTo>
                    <a:pt x="0" y="29623"/>
                    <a:pt x="29623" y="0"/>
                    <a:pt x="66104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1843671" y="380524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7" y="116110"/>
                    <a:pt x="58102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102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2008739" y="392716"/>
              <a:ext cx="91631" cy="91631"/>
            </a:xfrm>
            <a:custGeom>
              <a:avLst/>
              <a:gdLst/>
              <a:ahLst/>
              <a:cxnLst/>
              <a:rect l="l" t="t" r="r" b="b"/>
              <a:pathLst>
                <a:path w="91631" h="91631">
                  <a:moveTo>
                    <a:pt x="45815" y="91631"/>
                  </a:moveTo>
                  <a:cubicBezTo>
                    <a:pt x="71057" y="91631"/>
                    <a:pt x="91631" y="71247"/>
                    <a:pt x="91631" y="45815"/>
                  </a:cubicBezTo>
                  <a:cubicBezTo>
                    <a:pt x="91631" y="20574"/>
                    <a:pt x="71152" y="0"/>
                    <a:pt x="45815" y="0"/>
                  </a:cubicBezTo>
                  <a:cubicBezTo>
                    <a:pt x="20574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1400663" y="549116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543348" y="53873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673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673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673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1690795" y="533400"/>
              <a:ext cx="116014" cy="116110"/>
            </a:xfrm>
            <a:custGeom>
              <a:avLst/>
              <a:gdLst/>
              <a:ahLst/>
              <a:cxnLst/>
              <a:rect l="l" t="t" r="r" b="b"/>
              <a:pathLst>
                <a:path w="116014" h="116110">
                  <a:moveTo>
                    <a:pt x="116014" y="58103"/>
                  </a:moveTo>
                  <a:cubicBezTo>
                    <a:pt x="116014" y="90106"/>
                    <a:pt x="90011" y="116110"/>
                    <a:pt x="58007" y="116110"/>
                  </a:cubicBezTo>
                  <a:cubicBezTo>
                    <a:pt x="25908" y="116110"/>
                    <a:pt x="0" y="90106"/>
                    <a:pt x="0" y="58103"/>
                  </a:cubicBezTo>
                  <a:cubicBezTo>
                    <a:pt x="0" y="26003"/>
                    <a:pt x="25908" y="0"/>
                    <a:pt x="58007" y="0"/>
                  </a:cubicBezTo>
                  <a:cubicBezTo>
                    <a:pt x="90011" y="0"/>
                    <a:pt x="116014" y="26003"/>
                    <a:pt x="116014" y="58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1848243" y="538162"/>
              <a:ext cx="106871" cy="106680"/>
            </a:xfrm>
            <a:custGeom>
              <a:avLst/>
              <a:gdLst/>
              <a:ahLst/>
              <a:cxnLst/>
              <a:rect l="l" t="t" r="r" b="b"/>
              <a:pathLst>
                <a:path w="106871" h="106680">
                  <a:moveTo>
                    <a:pt x="53435" y="106680"/>
                  </a:moveTo>
                  <a:cubicBezTo>
                    <a:pt x="82963" y="106680"/>
                    <a:pt x="106871" y="82772"/>
                    <a:pt x="106871" y="53340"/>
                  </a:cubicBezTo>
                  <a:cubicBezTo>
                    <a:pt x="106871" y="23812"/>
                    <a:pt x="82867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4003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2011216" y="548164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7"/>
                    <a:pt x="67246" y="86582"/>
                    <a:pt x="43339" y="86582"/>
                  </a:cubicBezTo>
                  <a:cubicBezTo>
                    <a:pt x="19431" y="86582"/>
                    <a:pt x="0" y="67247"/>
                    <a:pt x="0" y="43339"/>
                  </a:cubicBezTo>
                  <a:cubicBezTo>
                    <a:pt x="0" y="19431"/>
                    <a:pt x="19431" y="0"/>
                    <a:pt x="43339" y="0"/>
                  </a:cubicBezTo>
                  <a:cubicBezTo>
                    <a:pt x="67246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1408378" y="709612"/>
              <a:ext cx="69342" cy="69342"/>
            </a:xfrm>
            <a:custGeom>
              <a:avLst/>
              <a:gdLst/>
              <a:ahLst/>
              <a:cxnLst/>
              <a:rect l="l" t="t" r="r" b="b"/>
              <a:pathLst>
                <a:path w="69342" h="69342">
                  <a:moveTo>
                    <a:pt x="69342" y="34671"/>
                  </a:moveTo>
                  <a:cubicBezTo>
                    <a:pt x="69342" y="53816"/>
                    <a:pt x="53816" y="69342"/>
                    <a:pt x="34671" y="69342"/>
                  </a:cubicBezTo>
                  <a:cubicBezTo>
                    <a:pt x="15526" y="69342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1553634" y="701897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42386" y="84773"/>
                  </a:moveTo>
                  <a:cubicBezTo>
                    <a:pt x="65818" y="84773"/>
                    <a:pt x="84773" y="65818"/>
                    <a:pt x="84773" y="42386"/>
                  </a:cubicBezTo>
                  <a:cubicBezTo>
                    <a:pt x="84773" y="18955"/>
                    <a:pt x="65818" y="0"/>
                    <a:pt x="42386" y="0"/>
                  </a:cubicBezTo>
                  <a:cubicBezTo>
                    <a:pt x="18860" y="0"/>
                    <a:pt x="0" y="18955"/>
                    <a:pt x="0" y="42386"/>
                  </a:cubicBezTo>
                  <a:cubicBezTo>
                    <a:pt x="0" y="65818"/>
                    <a:pt x="18860" y="84773"/>
                    <a:pt x="42386" y="847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1702986" y="698468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152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479" y="0"/>
                    <a:pt x="0" y="20479"/>
                    <a:pt x="0" y="45815"/>
                  </a:cubicBezTo>
                  <a:cubicBezTo>
                    <a:pt x="0" y="71152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1858434" y="701040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4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4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4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2018931" y="708755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150"/>
                    <a:pt x="55245" y="71152"/>
                    <a:pt x="35624" y="71152"/>
                  </a:cubicBezTo>
                  <a:cubicBezTo>
                    <a:pt x="15907" y="71152"/>
                    <a:pt x="0" y="55150"/>
                    <a:pt x="0" y="35528"/>
                  </a:cubicBezTo>
                  <a:cubicBezTo>
                    <a:pt x="0" y="15907"/>
                    <a:pt x="15907" y="0"/>
                    <a:pt x="35624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88868" y="6053138"/>
            <a:ext cx="702183" cy="702183"/>
            <a:chOff x="88868" y="6053138"/>
            <a:chExt cx="702183" cy="702183"/>
          </a:xfrm>
        </p:grpSpPr>
        <p:sp>
          <p:nvSpPr>
            <p:cNvPr id="33" name="Freeform 33"/>
            <p:cNvSpPr/>
            <p:nvPr/>
          </p:nvSpPr>
          <p:spPr>
            <a:xfrm>
              <a:off x="99917" y="6064091"/>
              <a:ext cx="67818" cy="67913"/>
            </a:xfrm>
            <a:custGeom>
              <a:avLst/>
              <a:gdLst/>
              <a:ahLst/>
              <a:cxnLst/>
              <a:rect l="l" t="t" r="r" b="b"/>
              <a:pathLst>
                <a:path w="67818" h="67913">
                  <a:moveTo>
                    <a:pt x="33909" y="67913"/>
                  </a:moveTo>
                  <a:cubicBezTo>
                    <a:pt x="52578" y="67913"/>
                    <a:pt x="67818" y="52769"/>
                    <a:pt x="67818" y="34004"/>
                  </a:cubicBezTo>
                  <a:cubicBezTo>
                    <a:pt x="67818" y="15335"/>
                    <a:pt x="52673" y="0"/>
                    <a:pt x="33909" y="0"/>
                  </a:cubicBezTo>
                  <a:cubicBezTo>
                    <a:pt x="15240" y="0"/>
                    <a:pt x="0" y="15145"/>
                    <a:pt x="0" y="34004"/>
                  </a:cubicBezTo>
                  <a:cubicBezTo>
                    <a:pt x="0" y="52769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245078" y="6056566"/>
              <a:ext cx="83153" cy="83058"/>
            </a:xfrm>
            <a:custGeom>
              <a:avLst/>
              <a:gdLst/>
              <a:ahLst/>
              <a:cxnLst/>
              <a:rect l="l" t="t" r="r" b="b"/>
              <a:pathLst>
                <a:path w="83153" h="83058">
                  <a:moveTo>
                    <a:pt x="41719" y="83058"/>
                  </a:moveTo>
                  <a:cubicBezTo>
                    <a:pt x="64675" y="83058"/>
                    <a:pt x="83153" y="64484"/>
                    <a:pt x="83153" y="41529"/>
                  </a:cubicBezTo>
                  <a:cubicBezTo>
                    <a:pt x="83153" y="18574"/>
                    <a:pt x="64675" y="0"/>
                    <a:pt x="41719" y="0"/>
                  </a:cubicBezTo>
                  <a:cubicBezTo>
                    <a:pt x="18669" y="0"/>
                    <a:pt x="190" y="18574"/>
                    <a:pt x="190" y="41529"/>
                  </a:cubicBezTo>
                  <a:cubicBezTo>
                    <a:pt x="0" y="64484"/>
                    <a:pt x="18669" y="83058"/>
                    <a:pt x="41719" y="8305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94621" y="605313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958" y="89821"/>
                  </a:moveTo>
                  <a:cubicBezTo>
                    <a:pt x="69818" y="89821"/>
                    <a:pt x="89821" y="69818"/>
                    <a:pt x="89821" y="44958"/>
                  </a:cubicBezTo>
                  <a:cubicBezTo>
                    <a:pt x="89821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958"/>
                  </a:cubicBezTo>
                  <a:cubicBezTo>
                    <a:pt x="0" y="69818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50069" y="6055709"/>
              <a:ext cx="84773" cy="84772"/>
            </a:xfrm>
            <a:custGeom>
              <a:avLst/>
              <a:gdLst/>
              <a:ahLst/>
              <a:cxnLst/>
              <a:rect l="l" t="t" r="r" b="b"/>
              <a:pathLst>
                <a:path w="84773" h="84772">
                  <a:moveTo>
                    <a:pt x="84773" y="42386"/>
                  </a:moveTo>
                  <a:cubicBezTo>
                    <a:pt x="84773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10565" y="6063520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2" y="69342"/>
                    <a:pt x="69437" y="53816"/>
                    <a:pt x="69437" y="34671"/>
                  </a:cubicBezTo>
                  <a:cubicBezTo>
                    <a:pt x="69437" y="15526"/>
                    <a:pt x="53912" y="0"/>
                    <a:pt x="34766" y="0"/>
                  </a:cubicBezTo>
                  <a:cubicBezTo>
                    <a:pt x="15526" y="0"/>
                    <a:pt x="0" y="15526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2297" y="6209443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669"/>
                    <a:pt x="18574" y="0"/>
                    <a:pt x="41529" y="0"/>
                  </a:cubicBezTo>
                  <a:cubicBezTo>
                    <a:pt x="64484" y="0"/>
                    <a:pt x="83058" y="18669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234982" y="6199251"/>
              <a:ext cx="103537" cy="103442"/>
            </a:xfrm>
            <a:custGeom>
              <a:avLst/>
              <a:gdLst/>
              <a:ahLst/>
              <a:cxnLst/>
              <a:rect l="l" t="t" r="r" b="b"/>
              <a:pathLst>
                <a:path w="103537" h="103442">
                  <a:moveTo>
                    <a:pt x="51721" y="103442"/>
                  </a:moveTo>
                  <a:cubicBezTo>
                    <a:pt x="80296" y="103442"/>
                    <a:pt x="103537" y="80391"/>
                    <a:pt x="103537" y="51721"/>
                  </a:cubicBezTo>
                  <a:cubicBezTo>
                    <a:pt x="103537" y="23146"/>
                    <a:pt x="80391" y="0"/>
                    <a:pt x="51721" y="0"/>
                  </a:cubicBezTo>
                  <a:cubicBezTo>
                    <a:pt x="23241" y="0"/>
                    <a:pt x="0" y="23241"/>
                    <a:pt x="0" y="51721"/>
                  </a:cubicBezTo>
                  <a:cubicBezTo>
                    <a:pt x="0" y="80296"/>
                    <a:pt x="23146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382238" y="619372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539877" y="619839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105251" y="52578"/>
                  </a:moveTo>
                  <a:cubicBezTo>
                    <a:pt x="105251" y="81629"/>
                    <a:pt x="81629" y="105251"/>
                    <a:pt x="52578" y="105251"/>
                  </a:cubicBezTo>
                  <a:cubicBezTo>
                    <a:pt x="23527" y="105251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629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02850" y="6208586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84868" y="42386"/>
                  </a:moveTo>
                  <a:cubicBezTo>
                    <a:pt x="84868" y="65818"/>
                    <a:pt x="65818" y="84772"/>
                    <a:pt x="42481" y="84772"/>
                  </a:cubicBezTo>
                  <a:cubicBezTo>
                    <a:pt x="19050" y="84772"/>
                    <a:pt x="0" y="65818"/>
                    <a:pt x="0" y="42386"/>
                  </a:cubicBezTo>
                  <a:cubicBezTo>
                    <a:pt x="0" y="18955"/>
                    <a:pt x="19050" y="0"/>
                    <a:pt x="42481" y="0"/>
                  </a:cubicBezTo>
                  <a:cubicBezTo>
                    <a:pt x="65818" y="0"/>
                    <a:pt x="84868" y="18955"/>
                    <a:pt x="84868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8868" y="6358890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229457" y="6346508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964"/>
                    <a:pt x="88964" y="114586"/>
                    <a:pt x="57340" y="114586"/>
                  </a:cubicBezTo>
                  <a:cubicBezTo>
                    <a:pt x="25622" y="114586"/>
                    <a:pt x="0" y="88964"/>
                    <a:pt x="0" y="57245"/>
                  </a:cubicBezTo>
                  <a:cubicBezTo>
                    <a:pt x="0" y="25622"/>
                    <a:pt x="25622" y="0"/>
                    <a:pt x="57340" y="0"/>
                  </a:cubicBezTo>
                  <a:cubicBezTo>
                    <a:pt x="88964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373475" y="6337649"/>
              <a:ext cx="132207" cy="132302"/>
            </a:xfrm>
            <a:custGeom>
              <a:avLst/>
              <a:gdLst/>
              <a:ahLst/>
              <a:cxnLst/>
              <a:rect l="l" t="t" r="r" b="b"/>
              <a:pathLst>
                <a:path w="132207" h="132302">
                  <a:moveTo>
                    <a:pt x="132207" y="66103"/>
                  </a:moveTo>
                  <a:cubicBezTo>
                    <a:pt x="132207" y="102679"/>
                    <a:pt x="102584" y="132302"/>
                    <a:pt x="66103" y="132302"/>
                  </a:cubicBezTo>
                  <a:cubicBezTo>
                    <a:pt x="29528" y="132302"/>
                    <a:pt x="0" y="102679"/>
                    <a:pt x="0" y="66103"/>
                  </a:cubicBezTo>
                  <a:cubicBezTo>
                    <a:pt x="0" y="29623"/>
                    <a:pt x="29528" y="0"/>
                    <a:pt x="66103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534448" y="6345746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6" y="116110"/>
                    <a:pt x="58007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007" y="0"/>
                  </a:cubicBezTo>
                  <a:cubicBezTo>
                    <a:pt x="90106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99516" y="6358033"/>
              <a:ext cx="91535" cy="91535"/>
            </a:xfrm>
            <a:custGeom>
              <a:avLst/>
              <a:gdLst/>
              <a:ahLst/>
              <a:cxnLst/>
              <a:rect l="l" t="t" r="r" b="b"/>
              <a:pathLst>
                <a:path w="91535" h="91535">
                  <a:moveTo>
                    <a:pt x="45815" y="91535"/>
                  </a:moveTo>
                  <a:cubicBezTo>
                    <a:pt x="70961" y="91535"/>
                    <a:pt x="91535" y="71152"/>
                    <a:pt x="91535" y="45720"/>
                  </a:cubicBezTo>
                  <a:cubicBezTo>
                    <a:pt x="91535" y="20574"/>
                    <a:pt x="71152" y="0"/>
                    <a:pt x="45815" y="0"/>
                  </a:cubicBezTo>
                  <a:cubicBezTo>
                    <a:pt x="20574" y="0"/>
                    <a:pt x="0" y="20383"/>
                    <a:pt x="0" y="45720"/>
                  </a:cubicBezTo>
                  <a:cubicBezTo>
                    <a:pt x="0" y="71152"/>
                    <a:pt x="20574" y="91535"/>
                    <a:pt x="45815" y="9153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1440" y="6514338"/>
              <a:ext cx="84772" cy="84773"/>
            </a:xfrm>
            <a:custGeom>
              <a:avLst/>
              <a:gdLst/>
              <a:ahLst/>
              <a:cxnLst/>
              <a:rect l="l" t="t" r="r" b="b"/>
              <a:pathLst>
                <a:path w="84772" h="84773">
                  <a:moveTo>
                    <a:pt x="84772" y="42386"/>
                  </a:moveTo>
                  <a:cubicBezTo>
                    <a:pt x="84772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234124" y="6503956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578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578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578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381476" y="6498717"/>
              <a:ext cx="116110" cy="116015"/>
            </a:xfrm>
            <a:custGeom>
              <a:avLst/>
              <a:gdLst/>
              <a:ahLst/>
              <a:cxnLst/>
              <a:rect l="l" t="t" r="r" b="b"/>
              <a:pathLst>
                <a:path w="116110" h="116015">
                  <a:moveTo>
                    <a:pt x="116110" y="58007"/>
                  </a:moveTo>
                  <a:cubicBezTo>
                    <a:pt x="116110" y="90107"/>
                    <a:pt x="90107" y="116015"/>
                    <a:pt x="58103" y="116015"/>
                  </a:cubicBezTo>
                  <a:cubicBezTo>
                    <a:pt x="26003" y="116015"/>
                    <a:pt x="0" y="90107"/>
                    <a:pt x="0" y="58007"/>
                  </a:cubicBezTo>
                  <a:cubicBezTo>
                    <a:pt x="0" y="26003"/>
                    <a:pt x="26003" y="0"/>
                    <a:pt x="58103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539020" y="6503384"/>
              <a:ext cx="106870" cy="106680"/>
            </a:xfrm>
            <a:custGeom>
              <a:avLst/>
              <a:gdLst/>
              <a:ahLst/>
              <a:cxnLst/>
              <a:rect l="l" t="t" r="r" b="b"/>
              <a:pathLst>
                <a:path w="106870" h="106680">
                  <a:moveTo>
                    <a:pt x="53435" y="106680"/>
                  </a:moveTo>
                  <a:cubicBezTo>
                    <a:pt x="82963" y="106680"/>
                    <a:pt x="106870" y="82772"/>
                    <a:pt x="106870" y="53340"/>
                  </a:cubicBezTo>
                  <a:cubicBezTo>
                    <a:pt x="106870" y="23812"/>
                    <a:pt x="82868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3908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01992" y="6513481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3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3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99155" y="6674834"/>
              <a:ext cx="69342" cy="69437"/>
            </a:xfrm>
            <a:custGeom>
              <a:avLst/>
              <a:gdLst/>
              <a:ahLst/>
              <a:cxnLst/>
              <a:rect l="l" t="t" r="r" b="b"/>
              <a:pathLst>
                <a:path w="69342" h="69437">
                  <a:moveTo>
                    <a:pt x="69342" y="34671"/>
                  </a:moveTo>
                  <a:cubicBezTo>
                    <a:pt x="69342" y="53816"/>
                    <a:pt x="53816" y="69437"/>
                    <a:pt x="34671" y="69437"/>
                  </a:cubicBezTo>
                  <a:cubicBezTo>
                    <a:pt x="15526" y="69437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244316" y="6667119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42386" y="84772"/>
                  </a:moveTo>
                  <a:cubicBezTo>
                    <a:pt x="65913" y="84772"/>
                    <a:pt x="84868" y="65913"/>
                    <a:pt x="84868" y="42386"/>
                  </a:cubicBezTo>
                  <a:cubicBezTo>
                    <a:pt x="84868" y="18955"/>
                    <a:pt x="65913" y="0"/>
                    <a:pt x="42386" y="0"/>
                  </a:cubicBezTo>
                  <a:cubicBezTo>
                    <a:pt x="18955" y="0"/>
                    <a:pt x="0" y="18955"/>
                    <a:pt x="0" y="42386"/>
                  </a:cubicBezTo>
                  <a:cubicBezTo>
                    <a:pt x="0" y="65913"/>
                    <a:pt x="18955" y="84772"/>
                    <a:pt x="42386" y="8477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393764" y="6663690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247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383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549212" y="6666262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243"/>
                  </a:moveTo>
                  <a:cubicBezTo>
                    <a:pt x="86582" y="67151"/>
                    <a:pt x="67151" y="86582"/>
                    <a:pt x="43244" y="86582"/>
                  </a:cubicBezTo>
                  <a:cubicBezTo>
                    <a:pt x="19336" y="86582"/>
                    <a:pt x="0" y="67151"/>
                    <a:pt x="0" y="43243"/>
                  </a:cubicBezTo>
                  <a:cubicBezTo>
                    <a:pt x="0" y="19336"/>
                    <a:pt x="19336" y="0"/>
                    <a:pt x="43244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09708" y="6673977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245"/>
                    <a:pt x="55245" y="71152"/>
                    <a:pt x="35623" y="71152"/>
                  </a:cubicBezTo>
                  <a:cubicBezTo>
                    <a:pt x="15907" y="71152"/>
                    <a:pt x="0" y="55245"/>
                    <a:pt x="0" y="35528"/>
                  </a:cubicBezTo>
                  <a:cubicBezTo>
                    <a:pt x="0" y="15907"/>
                    <a:pt x="15907" y="0"/>
                    <a:pt x="35623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0156317" y="5373814"/>
            <a:ext cx="1397318" cy="877157"/>
            <a:chOff x="10156317" y="5373814"/>
            <a:chExt cx="1397318" cy="877157"/>
          </a:xfrm>
        </p:grpSpPr>
        <p:sp>
          <p:nvSpPr>
            <p:cNvPr id="59" name="Freeform 59"/>
            <p:cNvSpPr/>
            <p:nvPr/>
          </p:nvSpPr>
          <p:spPr>
            <a:xfrm>
              <a:off x="10156317" y="5373814"/>
              <a:ext cx="1397318" cy="877157"/>
            </a:xfrm>
            <a:custGeom>
              <a:avLst/>
              <a:gdLst/>
              <a:ahLst/>
              <a:cxnLst/>
              <a:rect l="l" t="t" r="r" b="b"/>
              <a:pathLst>
                <a:path w="1397318" h="877157">
                  <a:moveTo>
                    <a:pt x="1363123" y="224600"/>
                  </a:moveTo>
                  <a:lnTo>
                    <a:pt x="714851" y="3429"/>
                  </a:lnTo>
                  <a:cubicBezTo>
                    <a:pt x="704469" y="0"/>
                    <a:pt x="692849" y="0"/>
                    <a:pt x="682466" y="3429"/>
                  </a:cubicBezTo>
                  <a:lnTo>
                    <a:pt x="34195" y="224600"/>
                  </a:lnTo>
                  <a:cubicBezTo>
                    <a:pt x="13907" y="230981"/>
                    <a:pt x="0" y="250031"/>
                    <a:pt x="0" y="272034"/>
                  </a:cubicBezTo>
                  <a:cubicBezTo>
                    <a:pt x="0" y="293370"/>
                    <a:pt x="13907" y="312420"/>
                    <a:pt x="34195" y="319373"/>
                  </a:cubicBezTo>
                  <a:lnTo>
                    <a:pt x="286321" y="404812"/>
                  </a:lnTo>
                  <a:lnTo>
                    <a:pt x="286321" y="665798"/>
                  </a:lnTo>
                  <a:cubicBezTo>
                    <a:pt x="286321" y="677990"/>
                    <a:pt x="290893" y="690086"/>
                    <a:pt x="298990" y="699326"/>
                  </a:cubicBezTo>
                  <a:cubicBezTo>
                    <a:pt x="401955" y="811911"/>
                    <a:pt x="548831" y="877157"/>
                    <a:pt x="701516" y="877157"/>
                  </a:cubicBezTo>
                  <a:cubicBezTo>
                    <a:pt x="853059" y="877157"/>
                    <a:pt x="993648" y="816578"/>
                    <a:pt x="1097661" y="706279"/>
                  </a:cubicBezTo>
                  <a:cubicBezTo>
                    <a:pt x="1106424" y="697040"/>
                    <a:pt x="1110996" y="684848"/>
                    <a:pt x="1110996" y="672179"/>
                  </a:cubicBezTo>
                  <a:lnTo>
                    <a:pt x="1110996" y="405384"/>
                  </a:lnTo>
                  <a:lnTo>
                    <a:pt x="1215104" y="369570"/>
                  </a:lnTo>
                  <a:lnTo>
                    <a:pt x="1215104" y="495491"/>
                  </a:lnTo>
                  <a:cubicBezTo>
                    <a:pt x="1203579" y="504730"/>
                    <a:pt x="1196054" y="518541"/>
                    <a:pt x="1196054" y="534734"/>
                  </a:cubicBezTo>
                  <a:lnTo>
                    <a:pt x="1196054" y="657130"/>
                  </a:lnTo>
                  <a:cubicBezTo>
                    <a:pt x="1196054" y="684276"/>
                    <a:pt x="1218533" y="706850"/>
                    <a:pt x="1246346" y="706850"/>
                  </a:cubicBezTo>
                  <a:cubicBezTo>
                    <a:pt x="1274064" y="706850"/>
                    <a:pt x="1296067" y="684276"/>
                    <a:pt x="1296067" y="657130"/>
                  </a:cubicBezTo>
                  <a:lnTo>
                    <a:pt x="1296067" y="534734"/>
                  </a:lnTo>
                  <a:cubicBezTo>
                    <a:pt x="1296067" y="518541"/>
                    <a:pt x="1288542" y="504730"/>
                    <a:pt x="1277017" y="495491"/>
                  </a:cubicBezTo>
                  <a:lnTo>
                    <a:pt x="1277017" y="348806"/>
                  </a:lnTo>
                  <a:lnTo>
                    <a:pt x="1363123" y="319373"/>
                  </a:lnTo>
                  <a:cubicBezTo>
                    <a:pt x="1383982" y="312420"/>
                    <a:pt x="1397318" y="293370"/>
                    <a:pt x="1397318" y="272034"/>
                  </a:cubicBezTo>
                  <a:cubicBezTo>
                    <a:pt x="1397318" y="250031"/>
                    <a:pt x="1383411" y="230981"/>
                    <a:pt x="1363123" y="224600"/>
                  </a:cubicBezTo>
                  <a:close/>
                  <a:moveTo>
                    <a:pt x="1010984" y="651415"/>
                  </a:moveTo>
                  <a:cubicBezTo>
                    <a:pt x="927640" y="732187"/>
                    <a:pt x="818388" y="776669"/>
                    <a:pt x="701516" y="776669"/>
                  </a:cubicBezTo>
                  <a:cubicBezTo>
                    <a:pt x="583597" y="776669"/>
                    <a:pt x="469678" y="729329"/>
                    <a:pt x="386334" y="645605"/>
                  </a:cubicBezTo>
                  <a:lnTo>
                    <a:pt x="386334" y="438912"/>
                  </a:lnTo>
                  <a:lnTo>
                    <a:pt x="684181" y="539972"/>
                  </a:lnTo>
                  <a:cubicBezTo>
                    <a:pt x="689420" y="541687"/>
                    <a:pt x="694658" y="542258"/>
                    <a:pt x="700373" y="542258"/>
                  </a:cubicBezTo>
                  <a:cubicBezTo>
                    <a:pt x="705612" y="542258"/>
                    <a:pt x="710851" y="541687"/>
                    <a:pt x="716566" y="539972"/>
                  </a:cubicBezTo>
                  <a:lnTo>
                    <a:pt x="1010984" y="439484"/>
                  </a:lnTo>
                  <a:lnTo>
                    <a:pt x="1010984" y="651415"/>
                  </a:lnTo>
                  <a:close/>
                  <a:moveTo>
                    <a:pt x="699802" y="439484"/>
                  </a:moveTo>
                  <a:lnTo>
                    <a:pt x="205931" y="271367"/>
                  </a:lnTo>
                  <a:lnTo>
                    <a:pt x="698659" y="103918"/>
                  </a:lnTo>
                  <a:lnTo>
                    <a:pt x="1191959" y="272034"/>
                  </a:lnTo>
                  <a:lnTo>
                    <a:pt x="699802" y="439484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869758" y="2076926"/>
            <a:ext cx="4953000" cy="1889760"/>
            <a:chOff x="1869758" y="2076926"/>
            <a:chExt cx="4953000" cy="1889760"/>
          </a:xfrm>
        </p:grpSpPr>
        <p:sp>
          <p:nvSpPr>
            <p:cNvPr id="61" name="Rectangle 61"/>
            <p:cNvSpPr/>
            <p:nvPr/>
          </p:nvSpPr>
          <p:spPr>
            <a:xfrm>
              <a:off x="3455575" y="2275046"/>
              <a:ext cx="1781270" cy="15696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869758" y="2076926"/>
              <a:ext cx="4953000" cy="1889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9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01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869758" y="3659981"/>
            <a:ext cx="4953000" cy="369380"/>
            <a:chOff x="1869758" y="3659981"/>
            <a:chExt cx="4953000" cy="369380"/>
          </a:xfrm>
        </p:grpSpPr>
        <p:sp>
          <p:nvSpPr>
            <p:cNvPr id="64" name="Rectangle 64"/>
            <p:cNvSpPr/>
            <p:nvPr/>
          </p:nvSpPr>
          <p:spPr>
            <a:xfrm>
              <a:off x="3534156" y="3659981"/>
              <a:ext cx="1624108" cy="36938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869758" y="3659981"/>
              <a:ext cx="4953000" cy="354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PART ONE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886831" y="2482120"/>
            <a:ext cx="5044440" cy="866204"/>
            <a:chOff x="5886831" y="2482120"/>
            <a:chExt cx="5044440" cy="866204"/>
          </a:xfrm>
        </p:grpSpPr>
        <p:sp>
          <p:nvSpPr>
            <p:cNvPr id="67" name="Rectangle 67"/>
            <p:cNvSpPr/>
            <p:nvPr/>
          </p:nvSpPr>
          <p:spPr>
            <a:xfrm>
              <a:off x="5886831" y="2548128"/>
              <a:ext cx="2595562" cy="7694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78271" y="2482120"/>
              <a:ext cx="4953000" cy="8662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4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研究背景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950363" y="3429000"/>
            <a:ext cx="5044440" cy="338518"/>
            <a:chOff x="5950363" y="3429000"/>
            <a:chExt cx="5044440" cy="338518"/>
          </a:xfrm>
        </p:grpSpPr>
        <p:sp>
          <p:nvSpPr>
            <p:cNvPr id="70" name="Rectangle 70"/>
            <p:cNvSpPr/>
            <p:nvPr/>
          </p:nvSpPr>
          <p:spPr>
            <a:xfrm>
              <a:off x="5950363" y="3429000"/>
              <a:ext cx="2666905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041803" y="3434048"/>
              <a:ext cx="4953000" cy="314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00" dirty="0">
                  <a:solidFill>
                    <a:srgbClr val="FFFFFF"/>
                  </a:solidFill>
                  <a:latin typeface="微软雅黑 Light"/>
                  <a:ea typeface="Microsoft YaHei"/>
                  <a:cs typeface="微软雅黑 Light"/>
                </a:rPr>
                <a:t>Research Background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19310" y="400050"/>
            <a:ext cx="1685530" cy="304800"/>
            <a:chOff x="519310" y="400050"/>
            <a:chExt cx="1685530" cy="304800"/>
          </a:xfrm>
        </p:grpSpPr>
        <p:pic>
          <p:nvPicPr>
            <p:cNvPr id="73" name="Image 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10" y="400050"/>
              <a:ext cx="1685530" cy="3048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4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32" grpId="0"/>
      <p:bldP spid="58" grpId="0"/>
      <p:bldP spid="60" grpId="0"/>
      <p:bldP spid="63" grpId="0"/>
      <p:bldP spid="66" grpId="0"/>
      <p:bldP spid="69" grpId="0"/>
      <p:bldP spid="72" grpId="0"/>
      <p:bldP spid="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1515713"/>
              <a:ext cx="2772251" cy="781051"/>
              <a:chOff x="0" y="1515713"/>
              <a:chExt cx="2772251" cy="781051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1515713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213874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168325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8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1515713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研究背景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研究背景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导师制不仅是培养制度，也直接塑造研究生的学术与关系体验。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3095104" y="2095500"/>
              <a:ext cx="8351408" cy="2895600"/>
              <a:chOff x="3095104" y="2095500"/>
              <a:chExt cx="8351408" cy="28956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3095104" y="218122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00725" y="209550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导师制是研究生培养的基本制度，导师水平与指导能力直接影响培养质量。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095104" y="292417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300725" y="283845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导生关系已超越传统师生关系，兼具学术、情感、管理与伦理维度。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3095104" y="366712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3300725" y="358140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扩招与制度成熟不足，使沟通、匹配和评价问题更容易在微观关系中显影。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3095104" y="441007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3300725" y="432435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本研究以换导师事件为入口，观察制度安排如何进入一段真实关系。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7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1515713"/>
              <a:ext cx="2772251" cy="781051"/>
              <a:chOff x="0" y="1515713"/>
              <a:chExt cx="2772251" cy="781051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1515713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213874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168325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8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1515713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研究背景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议题演进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导生关系研究从制度安排转向真实关系质量与冲突机制。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2952750" y="2114550"/>
              <a:ext cx="8667750" cy="3067050"/>
              <a:chOff x="2952750" y="2114550"/>
              <a:chExt cx="8667750" cy="3067050"/>
            </a:xfrm>
          </p:grpSpPr>
          <p:sp>
            <p:nvSpPr>
              <p:cNvPr id="38" name="Line 38"/>
              <p:cNvSpPr/>
              <p:nvPr/>
            </p:nvSpPr>
            <p:spPr>
              <a:xfrm>
                <a:off x="3917591" y="3638550"/>
                <a:ext cx="673806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38068" h="9525">
                    <a:moveTo>
                      <a:pt x="0" y="0"/>
                    </a:moveTo>
                    <a:lnTo>
                      <a:pt x="6738068" y="0"/>
                    </a:lnTo>
                  </a:path>
                </a:pathLst>
              </a:custGeom>
              <a:noFill/>
              <a:ln w="28575">
                <a:solidFill>
                  <a:srgbClr val="8B0012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3814780" y="3535739"/>
                <a:ext cx="205622" cy="205622"/>
              </a:xfrm>
              <a:prstGeom prst="ellipse">
                <a:avLst/>
              </a:prstGeom>
              <a:solidFill>
                <a:srgbClr val="8B0012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2952750" y="2114550"/>
                <a:ext cx="1929682" cy="1162050"/>
              </a:xfrm>
              <a:custGeom>
                <a:avLst/>
                <a:gdLst/>
                <a:ahLst/>
                <a:cxnLst/>
                <a:rect l="l" t="t" r="r" b="b"/>
                <a:pathLst>
                  <a:path w="1929682" h="1162050">
                    <a:moveTo>
                      <a:pt x="47451" y="0"/>
                    </a:moveTo>
                    <a:lnTo>
                      <a:pt x="1882231" y="0"/>
                    </a:lnTo>
                    <a:cubicBezTo>
                      <a:pt x="1908437" y="0"/>
                      <a:pt x="1929682" y="25587"/>
                      <a:pt x="1929682" y="57150"/>
                    </a:cubicBezTo>
                    <a:lnTo>
                      <a:pt x="1929682" y="1104900"/>
                    </a:lnTo>
                    <a:cubicBezTo>
                      <a:pt x="1929682" y="1136463"/>
                      <a:pt x="1908437" y="1162050"/>
                      <a:pt x="1882231" y="1162050"/>
                    </a:cubicBezTo>
                    <a:lnTo>
                      <a:pt x="47451" y="1162050"/>
                    </a:lnTo>
                    <a:cubicBezTo>
                      <a:pt x="21245" y="1162050"/>
                      <a:pt x="0" y="1136463"/>
                      <a:pt x="0" y="110490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8B0012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617213" y="2259635"/>
                <a:ext cx="600756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Arial"/>
                    <a:ea typeface="Microsoft YaHei"/>
                    <a:cs typeface="Arial"/>
                  </a:rPr>
                  <a:t>1953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476812" y="2575179"/>
                <a:ext cx="881558" cy="280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80" b="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制度确立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065704" y="2875397"/>
                <a:ext cx="2057771" cy="217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70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《暂行办法》正式确立指导教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065704" y="3041894"/>
                <a:ext cx="808168" cy="217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70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师负责制。</a:t>
                </a:r>
              </a:p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6060803" y="3535739"/>
                <a:ext cx="205622" cy="205622"/>
              </a:xfrm>
              <a:prstGeom prst="ellipse">
                <a:avLst/>
              </a:prstGeom>
              <a:solidFill>
                <a:srgbClr val="8B0012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5198773" y="4019550"/>
                <a:ext cx="1929682" cy="1162050"/>
              </a:xfrm>
              <a:custGeom>
                <a:avLst/>
                <a:gdLst/>
                <a:ahLst/>
                <a:cxnLst/>
                <a:rect l="l" t="t" r="r" b="b"/>
                <a:pathLst>
                  <a:path w="1929682" h="1162050">
                    <a:moveTo>
                      <a:pt x="47451" y="0"/>
                    </a:moveTo>
                    <a:lnTo>
                      <a:pt x="1882231" y="0"/>
                    </a:lnTo>
                    <a:cubicBezTo>
                      <a:pt x="1908437" y="0"/>
                      <a:pt x="1929682" y="25587"/>
                      <a:pt x="1929682" y="57150"/>
                    </a:cubicBezTo>
                    <a:lnTo>
                      <a:pt x="1929682" y="1104900"/>
                    </a:lnTo>
                    <a:cubicBezTo>
                      <a:pt x="1929682" y="1136463"/>
                      <a:pt x="1908437" y="1162050"/>
                      <a:pt x="1882231" y="1162050"/>
                    </a:cubicBezTo>
                    <a:lnTo>
                      <a:pt x="47451" y="1162050"/>
                    </a:lnTo>
                    <a:cubicBezTo>
                      <a:pt x="21245" y="1162050"/>
                      <a:pt x="0" y="1136463"/>
                      <a:pt x="0" y="110490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8B0012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5793399" y="4164635"/>
                <a:ext cx="740430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Arial"/>
                    <a:ea typeface="Microsoft YaHei"/>
                    <a:cs typeface="Arial"/>
                  </a:rPr>
                  <a:t>1980s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722835" y="4480179"/>
                <a:ext cx="881558" cy="280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80" b="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普遍实施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311727" y="4780397"/>
                <a:ext cx="2057771" cy="217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70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研究生培养普遍采取导师制，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311727" y="4946894"/>
                <a:ext cx="1745371" cy="217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70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导师成为培养链条核心。</a:t>
                </a:r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8306826" y="3535739"/>
                <a:ext cx="205622" cy="205622"/>
              </a:xfrm>
              <a:prstGeom prst="ellipse">
                <a:avLst/>
              </a:prstGeom>
              <a:solidFill>
                <a:srgbClr val="8B0012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7444796" y="2114550"/>
                <a:ext cx="1929682" cy="1162050"/>
              </a:xfrm>
              <a:custGeom>
                <a:avLst/>
                <a:gdLst/>
                <a:ahLst/>
                <a:cxnLst/>
                <a:rect l="l" t="t" r="r" b="b"/>
                <a:pathLst>
                  <a:path w="1929682" h="1162050">
                    <a:moveTo>
                      <a:pt x="47451" y="0"/>
                    </a:moveTo>
                    <a:lnTo>
                      <a:pt x="1882231" y="0"/>
                    </a:lnTo>
                    <a:cubicBezTo>
                      <a:pt x="1908437" y="0"/>
                      <a:pt x="1929682" y="25587"/>
                      <a:pt x="1929682" y="57150"/>
                    </a:cubicBezTo>
                    <a:lnTo>
                      <a:pt x="1929682" y="1104900"/>
                    </a:lnTo>
                    <a:cubicBezTo>
                      <a:pt x="1929682" y="1136463"/>
                      <a:pt x="1908437" y="1162050"/>
                      <a:pt x="1882231" y="1162050"/>
                    </a:cubicBezTo>
                    <a:lnTo>
                      <a:pt x="47451" y="1162050"/>
                    </a:lnTo>
                    <a:cubicBezTo>
                      <a:pt x="21245" y="1162050"/>
                      <a:pt x="0" y="1136463"/>
                      <a:pt x="0" y="110490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8B0012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039422" y="2259635"/>
                <a:ext cx="740430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Arial"/>
                    <a:ea typeface="Microsoft YaHei"/>
                    <a:cs typeface="Arial"/>
                  </a:rPr>
                  <a:t>2000s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968858" y="2575179"/>
                <a:ext cx="881558" cy="280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80" b="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研究转向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557749" y="2875397"/>
                <a:ext cx="2057771" cy="217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70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研究逐渐走向鲜活教育事实。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0552848" y="3535739"/>
                <a:ext cx="205622" cy="205622"/>
              </a:xfrm>
              <a:prstGeom prst="ellipse">
                <a:avLst/>
              </a:prstGeom>
              <a:solidFill>
                <a:srgbClr val="8B0012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9690818" y="4019550"/>
                <a:ext cx="1929682" cy="1162050"/>
              </a:xfrm>
              <a:custGeom>
                <a:avLst/>
                <a:gdLst/>
                <a:ahLst/>
                <a:cxnLst/>
                <a:rect l="l" t="t" r="r" b="b"/>
                <a:pathLst>
                  <a:path w="1929682" h="1162050">
                    <a:moveTo>
                      <a:pt x="47451" y="0"/>
                    </a:moveTo>
                    <a:lnTo>
                      <a:pt x="1882231" y="0"/>
                    </a:lnTo>
                    <a:cubicBezTo>
                      <a:pt x="1908437" y="0"/>
                      <a:pt x="1929682" y="25587"/>
                      <a:pt x="1929682" y="57150"/>
                    </a:cubicBezTo>
                    <a:lnTo>
                      <a:pt x="1929682" y="1104900"/>
                    </a:lnTo>
                    <a:cubicBezTo>
                      <a:pt x="1929682" y="1136463"/>
                      <a:pt x="1908437" y="1162050"/>
                      <a:pt x="1882231" y="1162050"/>
                    </a:cubicBezTo>
                    <a:lnTo>
                      <a:pt x="47451" y="1162050"/>
                    </a:lnTo>
                    <a:cubicBezTo>
                      <a:pt x="21245" y="1162050"/>
                      <a:pt x="0" y="1136463"/>
                      <a:pt x="0" y="110490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8B0012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380676" y="4164635"/>
                <a:ext cx="549966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Arial"/>
                    <a:ea typeface="Microsoft YaHei"/>
                    <a:cs typeface="Arial"/>
                  </a:rPr>
                  <a:t>近年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0214880" y="4480179"/>
                <a:ext cx="881558" cy="280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80" b="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质量焦点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803772" y="4780397"/>
                <a:ext cx="1745371" cy="217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70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扩招、冲突与评价缺失，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803772" y="4946894"/>
                <a:ext cx="1432970" cy="217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70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推动关系质量反思。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63" grpId="0"/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06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1515713"/>
              <a:ext cx="2772251" cy="781051"/>
              <a:chOff x="0" y="1515713"/>
              <a:chExt cx="2772251" cy="781051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1515713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213874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168325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8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1515713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研究背景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研究缺口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既有研究偏宏观与单侧资料，难以解释个案中关系如何裂变。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2952750" y="2114550"/>
              <a:ext cx="8667750" cy="3028950"/>
              <a:chOff x="2952750" y="2114550"/>
              <a:chExt cx="8667750" cy="30289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114550"/>
                <a:ext cx="4112436" cy="302895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302895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2952750"/>
                    </a:lnTo>
                    <a:cubicBezTo>
                      <a:pt x="4112436" y="2994834"/>
                      <a:pt x="4084110" y="3028950"/>
                      <a:pt x="4049168" y="3028950"/>
                    </a:cubicBezTo>
                    <a:lnTo>
                      <a:pt x="63268" y="3028950"/>
                    </a:lnTo>
                    <a:cubicBezTo>
                      <a:pt x="28326" y="3028950"/>
                      <a:pt x="0" y="2994834"/>
                      <a:pt x="0" y="29527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2952750" y="2114550"/>
                <a:ext cx="4112436" cy="495300"/>
              </a:xfrm>
              <a:prstGeom prst="rect">
                <a:avLst/>
              </a:prstGeom>
              <a:solidFill>
                <a:srgbClr val="F8F2F3"/>
              </a:solidFill>
              <a:ln w="0">
                <a:solidFill>
                  <a:srgbClr val="8B0012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480033" y="2269160"/>
                <a:ext cx="1057869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既有研究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221640" y="2762250"/>
                <a:ext cx="3574656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多集中于内涵、本质、类型、影响因素和对策；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方法上偏问卷量化，且主要采集研究生一侧资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料。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508064" y="2114550"/>
                <a:ext cx="4112436" cy="302895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302895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2952750"/>
                    </a:lnTo>
                    <a:cubicBezTo>
                      <a:pt x="4112436" y="2994834"/>
                      <a:pt x="4084110" y="3028950"/>
                      <a:pt x="4049168" y="3028950"/>
                    </a:cubicBezTo>
                    <a:lnTo>
                      <a:pt x="63268" y="3028950"/>
                    </a:lnTo>
                    <a:cubicBezTo>
                      <a:pt x="28326" y="3028950"/>
                      <a:pt x="0" y="2994834"/>
                      <a:pt x="0" y="29527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7508064" y="2114550"/>
                <a:ext cx="4112436" cy="495300"/>
              </a:xfrm>
              <a:prstGeom prst="rect">
                <a:avLst/>
              </a:prstGeom>
              <a:solidFill>
                <a:srgbClr val="F8F2F3"/>
              </a:solidFill>
              <a:ln w="0">
                <a:solidFill>
                  <a:srgbClr val="8B0012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035347" y="2269160"/>
                <a:ext cx="1057869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本文切入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776954" y="2762250"/>
                <a:ext cx="3574656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以换导师事件为个案，结合当事人、舍友、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同门与新导师访谈，重建事件过程与机制。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992000" y="3329864"/>
                <a:ext cx="589250" cy="616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36" b="1" dirty="0">
                    <a:solidFill>
                      <a:srgbClr val="8B0012"/>
                    </a:solidFill>
                    <a:latin typeface="Arial"/>
                    <a:ea typeface="Microsoft YaHei"/>
                    <a:cs typeface="Arial"/>
                  </a:rPr>
                  <a:t>VS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8" grpId="0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1826038"/>
            <a:ext cx="12192000" cy="2467642"/>
            <a:chOff x="0" y="1826038"/>
            <a:chExt cx="12192000" cy="2467642"/>
          </a:xfrm>
        </p:grpSpPr>
        <p:sp>
          <p:nvSpPr>
            <p:cNvPr id="3" name="Rectangle 3"/>
            <p:cNvSpPr/>
            <p:nvPr/>
          </p:nvSpPr>
          <p:spPr>
            <a:xfrm>
              <a:off x="0" y="1826038"/>
              <a:ext cx="12192000" cy="246764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3126391" y="1908429"/>
            <a:ext cx="2229612" cy="2302764"/>
            <a:chOff x="3126391" y="1908429"/>
            <a:chExt cx="2229612" cy="2302764"/>
          </a:xfrm>
        </p:grpSpPr>
        <p:sp>
          <p:nvSpPr>
            <p:cNvPr id="5" name="Freeform 5"/>
            <p:cNvSpPr/>
            <p:nvPr/>
          </p:nvSpPr>
          <p:spPr>
            <a:xfrm>
              <a:off x="3126391" y="1908429"/>
              <a:ext cx="2229612" cy="2302764"/>
            </a:xfrm>
            <a:custGeom>
              <a:avLst/>
              <a:gdLst/>
              <a:ahLst/>
              <a:cxnLst/>
              <a:rect l="l" t="t" r="r" b="b"/>
              <a:pathLst>
                <a:path w="2229612" h="2302764">
                  <a:moveTo>
                    <a:pt x="1837944" y="605980"/>
                  </a:moveTo>
                  <a:cubicBezTo>
                    <a:pt x="1868043" y="632936"/>
                    <a:pt x="1913287" y="632936"/>
                    <a:pt x="1943386" y="605980"/>
                  </a:cubicBezTo>
                  <a:cubicBezTo>
                    <a:pt x="1973485" y="579120"/>
                    <a:pt x="1973485" y="538639"/>
                    <a:pt x="1943386" y="511778"/>
                  </a:cubicBezTo>
                  <a:cubicBezTo>
                    <a:pt x="1416082" y="40386"/>
                    <a:pt x="1416082" y="40386"/>
                    <a:pt x="1416082" y="40386"/>
                  </a:cubicBezTo>
                  <a:cubicBezTo>
                    <a:pt x="1401032" y="13525"/>
                    <a:pt x="1385983" y="0"/>
                    <a:pt x="1340834" y="0"/>
                  </a:cubicBezTo>
                  <a:cubicBezTo>
                    <a:pt x="1310640" y="13525"/>
                    <a:pt x="1295590" y="26956"/>
                    <a:pt x="1280541" y="40386"/>
                  </a:cubicBezTo>
                  <a:cubicBezTo>
                    <a:pt x="45244" y="1090803"/>
                    <a:pt x="45244" y="1090803"/>
                    <a:pt x="45244" y="1090803"/>
                  </a:cubicBezTo>
                  <a:cubicBezTo>
                    <a:pt x="30099" y="1104233"/>
                    <a:pt x="0" y="1117759"/>
                    <a:pt x="0" y="1144714"/>
                  </a:cubicBezTo>
                  <a:cubicBezTo>
                    <a:pt x="0" y="1185100"/>
                    <a:pt x="15049" y="1198531"/>
                    <a:pt x="45244" y="1212056"/>
                  </a:cubicBezTo>
                  <a:cubicBezTo>
                    <a:pt x="1280541" y="2262378"/>
                    <a:pt x="1280541" y="2262378"/>
                    <a:pt x="1280541" y="2262378"/>
                  </a:cubicBezTo>
                  <a:cubicBezTo>
                    <a:pt x="1310640" y="2289334"/>
                    <a:pt x="1310640" y="2302764"/>
                    <a:pt x="1340834" y="2302764"/>
                  </a:cubicBezTo>
                  <a:cubicBezTo>
                    <a:pt x="1385983" y="2302764"/>
                    <a:pt x="1401032" y="2289334"/>
                    <a:pt x="1416082" y="2262378"/>
                  </a:cubicBezTo>
                  <a:cubicBezTo>
                    <a:pt x="2184464" y="1629442"/>
                    <a:pt x="2184464" y="1629442"/>
                    <a:pt x="2184464" y="1629442"/>
                  </a:cubicBezTo>
                  <a:cubicBezTo>
                    <a:pt x="2199513" y="1616011"/>
                    <a:pt x="2229612" y="1602581"/>
                    <a:pt x="2229612" y="1562100"/>
                  </a:cubicBezTo>
                  <a:cubicBezTo>
                    <a:pt x="2229612" y="1535240"/>
                    <a:pt x="2214562" y="1521714"/>
                    <a:pt x="2184464" y="1508284"/>
                  </a:cubicBezTo>
                  <a:cubicBezTo>
                    <a:pt x="1416082" y="781050"/>
                    <a:pt x="1416082" y="781050"/>
                    <a:pt x="1416082" y="781050"/>
                  </a:cubicBezTo>
                  <a:cubicBezTo>
                    <a:pt x="1385983" y="767620"/>
                    <a:pt x="1370933" y="754190"/>
                    <a:pt x="1340834" y="754190"/>
                  </a:cubicBezTo>
                  <a:cubicBezTo>
                    <a:pt x="1310640" y="754190"/>
                    <a:pt x="1295590" y="767620"/>
                    <a:pt x="1265491" y="794575"/>
                  </a:cubicBezTo>
                  <a:cubicBezTo>
                    <a:pt x="813530" y="1171575"/>
                    <a:pt x="813530" y="1171575"/>
                    <a:pt x="813530" y="1171575"/>
                  </a:cubicBezTo>
                  <a:cubicBezTo>
                    <a:pt x="798481" y="1198531"/>
                    <a:pt x="783431" y="1212056"/>
                    <a:pt x="783431" y="1238917"/>
                  </a:cubicBezTo>
                  <a:cubicBezTo>
                    <a:pt x="783431" y="1252442"/>
                    <a:pt x="783431" y="1279303"/>
                    <a:pt x="798481" y="1279303"/>
                  </a:cubicBezTo>
                  <a:cubicBezTo>
                    <a:pt x="798481" y="1292828"/>
                    <a:pt x="798481" y="1292828"/>
                    <a:pt x="813530" y="1292828"/>
                  </a:cubicBezTo>
                  <a:cubicBezTo>
                    <a:pt x="1160050" y="1602581"/>
                    <a:pt x="1160050" y="1602581"/>
                    <a:pt x="1160050" y="1602581"/>
                  </a:cubicBezTo>
                  <a:cubicBezTo>
                    <a:pt x="1175099" y="1616011"/>
                    <a:pt x="1190149" y="1642967"/>
                    <a:pt x="1235297" y="1642967"/>
                  </a:cubicBezTo>
                  <a:cubicBezTo>
                    <a:pt x="1265491" y="1629442"/>
                    <a:pt x="1280541" y="1616011"/>
                    <a:pt x="1295590" y="1602581"/>
                  </a:cubicBezTo>
                  <a:cubicBezTo>
                    <a:pt x="1491424" y="1427512"/>
                    <a:pt x="1491424" y="1427512"/>
                    <a:pt x="1491424" y="1427512"/>
                  </a:cubicBezTo>
                  <a:cubicBezTo>
                    <a:pt x="1521619" y="1400556"/>
                    <a:pt x="1521619" y="1346644"/>
                    <a:pt x="1491424" y="1333214"/>
                  </a:cubicBezTo>
                  <a:cubicBezTo>
                    <a:pt x="1461325" y="1306258"/>
                    <a:pt x="1416082" y="1306258"/>
                    <a:pt x="1385983" y="1333214"/>
                  </a:cubicBezTo>
                  <a:cubicBezTo>
                    <a:pt x="1220248" y="1467898"/>
                    <a:pt x="1220248" y="1467898"/>
                    <a:pt x="1220248" y="1467898"/>
                  </a:cubicBezTo>
                  <a:cubicBezTo>
                    <a:pt x="964216" y="1238917"/>
                    <a:pt x="964216" y="1238917"/>
                    <a:pt x="964216" y="1238917"/>
                  </a:cubicBezTo>
                  <a:cubicBezTo>
                    <a:pt x="1340834" y="915733"/>
                    <a:pt x="1340834" y="915733"/>
                    <a:pt x="1340834" y="915733"/>
                  </a:cubicBezTo>
                  <a:cubicBezTo>
                    <a:pt x="2048828" y="1562100"/>
                    <a:pt x="2048828" y="1562100"/>
                    <a:pt x="2048828" y="1562100"/>
                  </a:cubicBezTo>
                  <a:cubicBezTo>
                    <a:pt x="1355884" y="2141220"/>
                    <a:pt x="1355884" y="2141220"/>
                    <a:pt x="1355884" y="2141220"/>
                  </a:cubicBezTo>
                  <a:cubicBezTo>
                    <a:pt x="195834" y="1158145"/>
                    <a:pt x="195834" y="1158145"/>
                    <a:pt x="195834" y="1158145"/>
                  </a:cubicBezTo>
                  <a:cubicBezTo>
                    <a:pt x="1355884" y="161639"/>
                    <a:pt x="1355884" y="161639"/>
                    <a:pt x="1355884" y="161639"/>
                  </a:cubicBezTo>
                  <a:cubicBezTo>
                    <a:pt x="1837944" y="605980"/>
                    <a:pt x="1837944" y="605980"/>
                    <a:pt x="1837944" y="605980"/>
                  </a:cubicBezTo>
                  <a:close/>
                </a:path>
              </a:pathLst>
            </a:custGeom>
            <a:solidFill>
              <a:srgbClr val="FBD7B3">
                <a:alpha val="50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398186" y="87916"/>
            <a:ext cx="702184" cy="702183"/>
            <a:chOff x="11398186" y="87916"/>
            <a:chExt cx="702184" cy="702183"/>
          </a:xfrm>
        </p:grpSpPr>
        <p:sp>
          <p:nvSpPr>
            <p:cNvPr id="7" name="Freeform 7"/>
            <p:cNvSpPr/>
            <p:nvPr/>
          </p:nvSpPr>
          <p:spPr>
            <a:xfrm>
              <a:off x="11409140" y="98870"/>
              <a:ext cx="67913" cy="67913"/>
            </a:xfrm>
            <a:custGeom>
              <a:avLst/>
              <a:gdLst/>
              <a:ahLst/>
              <a:cxnLst/>
              <a:rect l="l" t="t" r="r" b="b"/>
              <a:pathLst>
                <a:path w="67913" h="67913">
                  <a:moveTo>
                    <a:pt x="33909" y="67913"/>
                  </a:moveTo>
                  <a:cubicBezTo>
                    <a:pt x="52578" y="67913"/>
                    <a:pt x="67913" y="52768"/>
                    <a:pt x="67913" y="33909"/>
                  </a:cubicBezTo>
                  <a:cubicBezTo>
                    <a:pt x="67913" y="15240"/>
                    <a:pt x="52768" y="0"/>
                    <a:pt x="33909" y="0"/>
                  </a:cubicBezTo>
                  <a:cubicBezTo>
                    <a:pt x="15240" y="0"/>
                    <a:pt x="0" y="15145"/>
                    <a:pt x="0" y="33909"/>
                  </a:cubicBezTo>
                  <a:cubicBezTo>
                    <a:pt x="0" y="52768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1554396" y="91345"/>
              <a:ext cx="83153" cy="82963"/>
            </a:xfrm>
            <a:custGeom>
              <a:avLst/>
              <a:gdLst/>
              <a:ahLst/>
              <a:cxnLst/>
              <a:rect l="l" t="t" r="r" b="b"/>
              <a:pathLst>
                <a:path w="83153" h="82963">
                  <a:moveTo>
                    <a:pt x="41624" y="82963"/>
                  </a:moveTo>
                  <a:cubicBezTo>
                    <a:pt x="64579" y="82963"/>
                    <a:pt x="83153" y="64484"/>
                    <a:pt x="83153" y="41434"/>
                  </a:cubicBezTo>
                  <a:cubicBezTo>
                    <a:pt x="83153" y="18478"/>
                    <a:pt x="64579" y="0"/>
                    <a:pt x="41624" y="0"/>
                  </a:cubicBezTo>
                  <a:cubicBezTo>
                    <a:pt x="18669" y="0"/>
                    <a:pt x="95" y="18478"/>
                    <a:pt x="95" y="41434"/>
                  </a:cubicBezTo>
                  <a:cubicBezTo>
                    <a:pt x="0" y="64484"/>
                    <a:pt x="18669" y="82963"/>
                    <a:pt x="41624" y="8296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703844" y="87916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1859292" y="90392"/>
              <a:ext cx="84868" cy="84868"/>
            </a:xfrm>
            <a:custGeom>
              <a:avLst/>
              <a:gdLst/>
              <a:ahLst/>
              <a:cxnLst/>
              <a:rect l="l" t="t" r="r" b="b"/>
              <a:pathLst>
                <a:path w="84868" h="84868">
                  <a:moveTo>
                    <a:pt x="84868" y="42481"/>
                  </a:moveTo>
                  <a:cubicBezTo>
                    <a:pt x="84868" y="65818"/>
                    <a:pt x="65818" y="84868"/>
                    <a:pt x="42386" y="84868"/>
                  </a:cubicBezTo>
                  <a:cubicBezTo>
                    <a:pt x="19050" y="84868"/>
                    <a:pt x="0" y="65818"/>
                    <a:pt x="0" y="42481"/>
                  </a:cubicBezTo>
                  <a:cubicBezTo>
                    <a:pt x="0" y="19050"/>
                    <a:pt x="19050" y="0"/>
                    <a:pt x="42386" y="0"/>
                  </a:cubicBezTo>
                  <a:cubicBezTo>
                    <a:pt x="65818" y="0"/>
                    <a:pt x="84868" y="19050"/>
                    <a:pt x="84868" y="4248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019788" y="98298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1" y="69342"/>
                    <a:pt x="69437" y="53816"/>
                    <a:pt x="69437" y="34671"/>
                  </a:cubicBezTo>
                  <a:cubicBezTo>
                    <a:pt x="69437" y="15430"/>
                    <a:pt x="53911" y="0"/>
                    <a:pt x="34766" y="0"/>
                  </a:cubicBezTo>
                  <a:cubicBezTo>
                    <a:pt x="15526" y="0"/>
                    <a:pt x="0" y="15430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1401520" y="244221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574"/>
                    <a:pt x="18574" y="0"/>
                    <a:pt x="41529" y="0"/>
                  </a:cubicBezTo>
                  <a:cubicBezTo>
                    <a:pt x="64484" y="0"/>
                    <a:pt x="83058" y="18574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544300" y="234029"/>
              <a:ext cx="103441" cy="103442"/>
            </a:xfrm>
            <a:custGeom>
              <a:avLst/>
              <a:gdLst/>
              <a:ahLst/>
              <a:cxnLst/>
              <a:rect l="l" t="t" r="r" b="b"/>
              <a:pathLst>
                <a:path w="103441" h="103442">
                  <a:moveTo>
                    <a:pt x="51721" y="103442"/>
                  </a:moveTo>
                  <a:cubicBezTo>
                    <a:pt x="80201" y="103442"/>
                    <a:pt x="103441" y="80391"/>
                    <a:pt x="103441" y="51721"/>
                  </a:cubicBezTo>
                  <a:cubicBezTo>
                    <a:pt x="103441" y="23050"/>
                    <a:pt x="80296" y="0"/>
                    <a:pt x="51721" y="0"/>
                  </a:cubicBezTo>
                  <a:cubicBezTo>
                    <a:pt x="23146" y="0"/>
                    <a:pt x="0" y="23241"/>
                    <a:pt x="0" y="51721"/>
                  </a:cubicBezTo>
                  <a:cubicBezTo>
                    <a:pt x="0" y="80201"/>
                    <a:pt x="23051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1691556" y="228505"/>
              <a:ext cx="114490" cy="114490"/>
            </a:xfrm>
            <a:custGeom>
              <a:avLst/>
              <a:gdLst/>
              <a:ahLst/>
              <a:cxnLst/>
              <a:rect l="l" t="t" r="r" b="b"/>
              <a:pathLst>
                <a:path w="114490" h="114490">
                  <a:moveTo>
                    <a:pt x="114490" y="57245"/>
                  </a:moveTo>
                  <a:cubicBezTo>
                    <a:pt x="114490" y="88868"/>
                    <a:pt x="88868" y="114490"/>
                    <a:pt x="57245" y="114490"/>
                  </a:cubicBezTo>
                  <a:cubicBezTo>
                    <a:pt x="25622" y="114490"/>
                    <a:pt x="0" y="88868"/>
                    <a:pt x="0" y="57245"/>
                  </a:cubicBezTo>
                  <a:cubicBezTo>
                    <a:pt x="0" y="25622"/>
                    <a:pt x="25622" y="0"/>
                    <a:pt x="57245" y="0"/>
                  </a:cubicBezTo>
                  <a:cubicBezTo>
                    <a:pt x="88868" y="0"/>
                    <a:pt x="114490" y="25622"/>
                    <a:pt x="114490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1849100" y="233172"/>
              <a:ext cx="105251" cy="105156"/>
            </a:xfrm>
            <a:custGeom>
              <a:avLst/>
              <a:gdLst/>
              <a:ahLst/>
              <a:cxnLst/>
              <a:rect l="l" t="t" r="r" b="b"/>
              <a:pathLst>
                <a:path w="105251" h="105156">
                  <a:moveTo>
                    <a:pt x="105251" y="52578"/>
                  </a:moveTo>
                  <a:cubicBezTo>
                    <a:pt x="105251" y="81629"/>
                    <a:pt x="81724" y="105156"/>
                    <a:pt x="52578" y="105156"/>
                  </a:cubicBezTo>
                  <a:cubicBezTo>
                    <a:pt x="23527" y="105156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724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2012168" y="243364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84773" y="42386"/>
                  </a:moveTo>
                  <a:cubicBezTo>
                    <a:pt x="84773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1398186" y="39366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863" y="89821"/>
                  </a:moveTo>
                  <a:cubicBezTo>
                    <a:pt x="69723" y="89821"/>
                    <a:pt x="89821" y="69723"/>
                    <a:pt x="89821" y="44863"/>
                  </a:cubicBezTo>
                  <a:cubicBezTo>
                    <a:pt x="89821" y="20003"/>
                    <a:pt x="69723" y="0"/>
                    <a:pt x="44863" y="0"/>
                  </a:cubicBezTo>
                  <a:cubicBezTo>
                    <a:pt x="20002" y="0"/>
                    <a:pt x="0" y="20003"/>
                    <a:pt x="0" y="44863"/>
                  </a:cubicBezTo>
                  <a:cubicBezTo>
                    <a:pt x="0" y="69723"/>
                    <a:pt x="20098" y="89821"/>
                    <a:pt x="44863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538680" y="38128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1682698" y="372428"/>
              <a:ext cx="132207" cy="132207"/>
            </a:xfrm>
            <a:custGeom>
              <a:avLst/>
              <a:gdLst/>
              <a:ahLst/>
              <a:cxnLst/>
              <a:rect l="l" t="t" r="r" b="b"/>
              <a:pathLst>
                <a:path w="132207" h="132207">
                  <a:moveTo>
                    <a:pt x="132207" y="66103"/>
                  </a:moveTo>
                  <a:cubicBezTo>
                    <a:pt x="132207" y="102680"/>
                    <a:pt x="102584" y="132207"/>
                    <a:pt x="66104" y="132207"/>
                  </a:cubicBezTo>
                  <a:cubicBezTo>
                    <a:pt x="29623" y="132207"/>
                    <a:pt x="0" y="102680"/>
                    <a:pt x="0" y="66103"/>
                  </a:cubicBezTo>
                  <a:cubicBezTo>
                    <a:pt x="0" y="29623"/>
                    <a:pt x="29623" y="0"/>
                    <a:pt x="66104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1843671" y="380524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7" y="116110"/>
                    <a:pt x="58102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102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2008739" y="392716"/>
              <a:ext cx="91631" cy="91631"/>
            </a:xfrm>
            <a:custGeom>
              <a:avLst/>
              <a:gdLst/>
              <a:ahLst/>
              <a:cxnLst/>
              <a:rect l="l" t="t" r="r" b="b"/>
              <a:pathLst>
                <a:path w="91631" h="91631">
                  <a:moveTo>
                    <a:pt x="45815" y="91631"/>
                  </a:moveTo>
                  <a:cubicBezTo>
                    <a:pt x="71057" y="91631"/>
                    <a:pt x="91631" y="71247"/>
                    <a:pt x="91631" y="45815"/>
                  </a:cubicBezTo>
                  <a:cubicBezTo>
                    <a:pt x="91631" y="20574"/>
                    <a:pt x="71152" y="0"/>
                    <a:pt x="45815" y="0"/>
                  </a:cubicBezTo>
                  <a:cubicBezTo>
                    <a:pt x="20574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1400663" y="549116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543348" y="53873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673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673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673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1690795" y="533400"/>
              <a:ext cx="116014" cy="116110"/>
            </a:xfrm>
            <a:custGeom>
              <a:avLst/>
              <a:gdLst/>
              <a:ahLst/>
              <a:cxnLst/>
              <a:rect l="l" t="t" r="r" b="b"/>
              <a:pathLst>
                <a:path w="116014" h="116110">
                  <a:moveTo>
                    <a:pt x="116014" y="58103"/>
                  </a:moveTo>
                  <a:cubicBezTo>
                    <a:pt x="116014" y="90106"/>
                    <a:pt x="90011" y="116110"/>
                    <a:pt x="58007" y="116110"/>
                  </a:cubicBezTo>
                  <a:cubicBezTo>
                    <a:pt x="25908" y="116110"/>
                    <a:pt x="0" y="90106"/>
                    <a:pt x="0" y="58103"/>
                  </a:cubicBezTo>
                  <a:cubicBezTo>
                    <a:pt x="0" y="26003"/>
                    <a:pt x="25908" y="0"/>
                    <a:pt x="58007" y="0"/>
                  </a:cubicBezTo>
                  <a:cubicBezTo>
                    <a:pt x="90011" y="0"/>
                    <a:pt x="116014" y="26003"/>
                    <a:pt x="116014" y="58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1848243" y="538162"/>
              <a:ext cx="106871" cy="106680"/>
            </a:xfrm>
            <a:custGeom>
              <a:avLst/>
              <a:gdLst/>
              <a:ahLst/>
              <a:cxnLst/>
              <a:rect l="l" t="t" r="r" b="b"/>
              <a:pathLst>
                <a:path w="106871" h="106680">
                  <a:moveTo>
                    <a:pt x="53435" y="106680"/>
                  </a:moveTo>
                  <a:cubicBezTo>
                    <a:pt x="82963" y="106680"/>
                    <a:pt x="106871" y="82772"/>
                    <a:pt x="106871" y="53340"/>
                  </a:cubicBezTo>
                  <a:cubicBezTo>
                    <a:pt x="106871" y="23812"/>
                    <a:pt x="82867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4003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2011216" y="548164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7"/>
                    <a:pt x="67246" y="86582"/>
                    <a:pt x="43339" y="86582"/>
                  </a:cubicBezTo>
                  <a:cubicBezTo>
                    <a:pt x="19431" y="86582"/>
                    <a:pt x="0" y="67247"/>
                    <a:pt x="0" y="43339"/>
                  </a:cubicBezTo>
                  <a:cubicBezTo>
                    <a:pt x="0" y="19431"/>
                    <a:pt x="19431" y="0"/>
                    <a:pt x="43339" y="0"/>
                  </a:cubicBezTo>
                  <a:cubicBezTo>
                    <a:pt x="67246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1408378" y="709612"/>
              <a:ext cx="69342" cy="69342"/>
            </a:xfrm>
            <a:custGeom>
              <a:avLst/>
              <a:gdLst/>
              <a:ahLst/>
              <a:cxnLst/>
              <a:rect l="l" t="t" r="r" b="b"/>
              <a:pathLst>
                <a:path w="69342" h="69342">
                  <a:moveTo>
                    <a:pt x="69342" y="34671"/>
                  </a:moveTo>
                  <a:cubicBezTo>
                    <a:pt x="69342" y="53816"/>
                    <a:pt x="53816" y="69342"/>
                    <a:pt x="34671" y="69342"/>
                  </a:cubicBezTo>
                  <a:cubicBezTo>
                    <a:pt x="15526" y="69342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1553634" y="701897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42386" y="84773"/>
                  </a:moveTo>
                  <a:cubicBezTo>
                    <a:pt x="65818" y="84773"/>
                    <a:pt x="84773" y="65818"/>
                    <a:pt x="84773" y="42386"/>
                  </a:cubicBezTo>
                  <a:cubicBezTo>
                    <a:pt x="84773" y="18955"/>
                    <a:pt x="65818" y="0"/>
                    <a:pt x="42386" y="0"/>
                  </a:cubicBezTo>
                  <a:cubicBezTo>
                    <a:pt x="18860" y="0"/>
                    <a:pt x="0" y="18955"/>
                    <a:pt x="0" y="42386"/>
                  </a:cubicBezTo>
                  <a:cubicBezTo>
                    <a:pt x="0" y="65818"/>
                    <a:pt x="18860" y="84773"/>
                    <a:pt x="42386" y="847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1702986" y="698468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152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479" y="0"/>
                    <a:pt x="0" y="20479"/>
                    <a:pt x="0" y="45815"/>
                  </a:cubicBezTo>
                  <a:cubicBezTo>
                    <a:pt x="0" y="71152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1858434" y="701040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4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4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4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2018931" y="708755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150"/>
                    <a:pt x="55245" y="71152"/>
                    <a:pt x="35624" y="71152"/>
                  </a:cubicBezTo>
                  <a:cubicBezTo>
                    <a:pt x="15907" y="71152"/>
                    <a:pt x="0" y="55150"/>
                    <a:pt x="0" y="35528"/>
                  </a:cubicBezTo>
                  <a:cubicBezTo>
                    <a:pt x="0" y="15907"/>
                    <a:pt x="15907" y="0"/>
                    <a:pt x="35624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88868" y="6053138"/>
            <a:ext cx="702183" cy="702183"/>
            <a:chOff x="88868" y="6053138"/>
            <a:chExt cx="702183" cy="702183"/>
          </a:xfrm>
        </p:grpSpPr>
        <p:sp>
          <p:nvSpPr>
            <p:cNvPr id="33" name="Freeform 33"/>
            <p:cNvSpPr/>
            <p:nvPr/>
          </p:nvSpPr>
          <p:spPr>
            <a:xfrm>
              <a:off x="99917" y="6064091"/>
              <a:ext cx="67818" cy="67913"/>
            </a:xfrm>
            <a:custGeom>
              <a:avLst/>
              <a:gdLst/>
              <a:ahLst/>
              <a:cxnLst/>
              <a:rect l="l" t="t" r="r" b="b"/>
              <a:pathLst>
                <a:path w="67818" h="67913">
                  <a:moveTo>
                    <a:pt x="33909" y="67913"/>
                  </a:moveTo>
                  <a:cubicBezTo>
                    <a:pt x="52578" y="67913"/>
                    <a:pt x="67818" y="52769"/>
                    <a:pt x="67818" y="34004"/>
                  </a:cubicBezTo>
                  <a:cubicBezTo>
                    <a:pt x="67818" y="15335"/>
                    <a:pt x="52673" y="0"/>
                    <a:pt x="33909" y="0"/>
                  </a:cubicBezTo>
                  <a:cubicBezTo>
                    <a:pt x="15240" y="0"/>
                    <a:pt x="0" y="15145"/>
                    <a:pt x="0" y="34004"/>
                  </a:cubicBezTo>
                  <a:cubicBezTo>
                    <a:pt x="0" y="52769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245078" y="6056566"/>
              <a:ext cx="83153" cy="83058"/>
            </a:xfrm>
            <a:custGeom>
              <a:avLst/>
              <a:gdLst/>
              <a:ahLst/>
              <a:cxnLst/>
              <a:rect l="l" t="t" r="r" b="b"/>
              <a:pathLst>
                <a:path w="83153" h="83058">
                  <a:moveTo>
                    <a:pt x="41719" y="83058"/>
                  </a:moveTo>
                  <a:cubicBezTo>
                    <a:pt x="64675" y="83058"/>
                    <a:pt x="83153" y="64484"/>
                    <a:pt x="83153" y="41529"/>
                  </a:cubicBezTo>
                  <a:cubicBezTo>
                    <a:pt x="83153" y="18574"/>
                    <a:pt x="64675" y="0"/>
                    <a:pt x="41719" y="0"/>
                  </a:cubicBezTo>
                  <a:cubicBezTo>
                    <a:pt x="18669" y="0"/>
                    <a:pt x="190" y="18574"/>
                    <a:pt x="190" y="41529"/>
                  </a:cubicBezTo>
                  <a:cubicBezTo>
                    <a:pt x="0" y="64484"/>
                    <a:pt x="18669" y="83058"/>
                    <a:pt x="41719" y="8305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94621" y="605313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958" y="89821"/>
                  </a:moveTo>
                  <a:cubicBezTo>
                    <a:pt x="69818" y="89821"/>
                    <a:pt x="89821" y="69818"/>
                    <a:pt x="89821" y="44958"/>
                  </a:cubicBezTo>
                  <a:cubicBezTo>
                    <a:pt x="89821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958"/>
                  </a:cubicBezTo>
                  <a:cubicBezTo>
                    <a:pt x="0" y="69818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50069" y="6055709"/>
              <a:ext cx="84773" cy="84772"/>
            </a:xfrm>
            <a:custGeom>
              <a:avLst/>
              <a:gdLst/>
              <a:ahLst/>
              <a:cxnLst/>
              <a:rect l="l" t="t" r="r" b="b"/>
              <a:pathLst>
                <a:path w="84773" h="84772">
                  <a:moveTo>
                    <a:pt x="84773" y="42386"/>
                  </a:moveTo>
                  <a:cubicBezTo>
                    <a:pt x="84773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10565" y="6063520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2" y="69342"/>
                    <a:pt x="69437" y="53816"/>
                    <a:pt x="69437" y="34671"/>
                  </a:cubicBezTo>
                  <a:cubicBezTo>
                    <a:pt x="69437" y="15526"/>
                    <a:pt x="53912" y="0"/>
                    <a:pt x="34766" y="0"/>
                  </a:cubicBezTo>
                  <a:cubicBezTo>
                    <a:pt x="15526" y="0"/>
                    <a:pt x="0" y="15526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2297" y="6209443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669"/>
                    <a:pt x="18574" y="0"/>
                    <a:pt x="41529" y="0"/>
                  </a:cubicBezTo>
                  <a:cubicBezTo>
                    <a:pt x="64484" y="0"/>
                    <a:pt x="83058" y="18669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234982" y="6199251"/>
              <a:ext cx="103537" cy="103442"/>
            </a:xfrm>
            <a:custGeom>
              <a:avLst/>
              <a:gdLst/>
              <a:ahLst/>
              <a:cxnLst/>
              <a:rect l="l" t="t" r="r" b="b"/>
              <a:pathLst>
                <a:path w="103537" h="103442">
                  <a:moveTo>
                    <a:pt x="51721" y="103442"/>
                  </a:moveTo>
                  <a:cubicBezTo>
                    <a:pt x="80296" y="103442"/>
                    <a:pt x="103537" y="80391"/>
                    <a:pt x="103537" y="51721"/>
                  </a:cubicBezTo>
                  <a:cubicBezTo>
                    <a:pt x="103537" y="23146"/>
                    <a:pt x="80391" y="0"/>
                    <a:pt x="51721" y="0"/>
                  </a:cubicBezTo>
                  <a:cubicBezTo>
                    <a:pt x="23241" y="0"/>
                    <a:pt x="0" y="23241"/>
                    <a:pt x="0" y="51721"/>
                  </a:cubicBezTo>
                  <a:cubicBezTo>
                    <a:pt x="0" y="80296"/>
                    <a:pt x="23146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382238" y="619372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539877" y="619839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105251" y="52578"/>
                  </a:moveTo>
                  <a:cubicBezTo>
                    <a:pt x="105251" y="81629"/>
                    <a:pt x="81629" y="105251"/>
                    <a:pt x="52578" y="105251"/>
                  </a:cubicBezTo>
                  <a:cubicBezTo>
                    <a:pt x="23527" y="105251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629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02850" y="6208586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84868" y="42386"/>
                  </a:moveTo>
                  <a:cubicBezTo>
                    <a:pt x="84868" y="65818"/>
                    <a:pt x="65818" y="84772"/>
                    <a:pt x="42481" y="84772"/>
                  </a:cubicBezTo>
                  <a:cubicBezTo>
                    <a:pt x="19050" y="84772"/>
                    <a:pt x="0" y="65818"/>
                    <a:pt x="0" y="42386"/>
                  </a:cubicBezTo>
                  <a:cubicBezTo>
                    <a:pt x="0" y="18955"/>
                    <a:pt x="19050" y="0"/>
                    <a:pt x="42481" y="0"/>
                  </a:cubicBezTo>
                  <a:cubicBezTo>
                    <a:pt x="65818" y="0"/>
                    <a:pt x="84868" y="18955"/>
                    <a:pt x="84868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8868" y="6358890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229457" y="6346508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964"/>
                    <a:pt x="88964" y="114586"/>
                    <a:pt x="57340" y="114586"/>
                  </a:cubicBezTo>
                  <a:cubicBezTo>
                    <a:pt x="25622" y="114586"/>
                    <a:pt x="0" y="88964"/>
                    <a:pt x="0" y="57245"/>
                  </a:cubicBezTo>
                  <a:cubicBezTo>
                    <a:pt x="0" y="25622"/>
                    <a:pt x="25622" y="0"/>
                    <a:pt x="57340" y="0"/>
                  </a:cubicBezTo>
                  <a:cubicBezTo>
                    <a:pt x="88964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373475" y="6337649"/>
              <a:ext cx="132207" cy="132302"/>
            </a:xfrm>
            <a:custGeom>
              <a:avLst/>
              <a:gdLst/>
              <a:ahLst/>
              <a:cxnLst/>
              <a:rect l="l" t="t" r="r" b="b"/>
              <a:pathLst>
                <a:path w="132207" h="132302">
                  <a:moveTo>
                    <a:pt x="132207" y="66103"/>
                  </a:moveTo>
                  <a:cubicBezTo>
                    <a:pt x="132207" y="102679"/>
                    <a:pt x="102584" y="132302"/>
                    <a:pt x="66103" y="132302"/>
                  </a:cubicBezTo>
                  <a:cubicBezTo>
                    <a:pt x="29528" y="132302"/>
                    <a:pt x="0" y="102679"/>
                    <a:pt x="0" y="66103"/>
                  </a:cubicBezTo>
                  <a:cubicBezTo>
                    <a:pt x="0" y="29623"/>
                    <a:pt x="29528" y="0"/>
                    <a:pt x="66103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534448" y="6345746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6" y="116110"/>
                    <a:pt x="58007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007" y="0"/>
                  </a:cubicBezTo>
                  <a:cubicBezTo>
                    <a:pt x="90106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99516" y="6358033"/>
              <a:ext cx="91535" cy="91535"/>
            </a:xfrm>
            <a:custGeom>
              <a:avLst/>
              <a:gdLst/>
              <a:ahLst/>
              <a:cxnLst/>
              <a:rect l="l" t="t" r="r" b="b"/>
              <a:pathLst>
                <a:path w="91535" h="91535">
                  <a:moveTo>
                    <a:pt x="45815" y="91535"/>
                  </a:moveTo>
                  <a:cubicBezTo>
                    <a:pt x="70961" y="91535"/>
                    <a:pt x="91535" y="71152"/>
                    <a:pt x="91535" y="45720"/>
                  </a:cubicBezTo>
                  <a:cubicBezTo>
                    <a:pt x="91535" y="20574"/>
                    <a:pt x="71152" y="0"/>
                    <a:pt x="45815" y="0"/>
                  </a:cubicBezTo>
                  <a:cubicBezTo>
                    <a:pt x="20574" y="0"/>
                    <a:pt x="0" y="20383"/>
                    <a:pt x="0" y="45720"/>
                  </a:cubicBezTo>
                  <a:cubicBezTo>
                    <a:pt x="0" y="71152"/>
                    <a:pt x="20574" y="91535"/>
                    <a:pt x="45815" y="9153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1440" y="6514338"/>
              <a:ext cx="84772" cy="84773"/>
            </a:xfrm>
            <a:custGeom>
              <a:avLst/>
              <a:gdLst/>
              <a:ahLst/>
              <a:cxnLst/>
              <a:rect l="l" t="t" r="r" b="b"/>
              <a:pathLst>
                <a:path w="84772" h="84773">
                  <a:moveTo>
                    <a:pt x="84772" y="42386"/>
                  </a:moveTo>
                  <a:cubicBezTo>
                    <a:pt x="84772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234124" y="6503956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578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578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578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381476" y="6498717"/>
              <a:ext cx="116110" cy="116015"/>
            </a:xfrm>
            <a:custGeom>
              <a:avLst/>
              <a:gdLst/>
              <a:ahLst/>
              <a:cxnLst/>
              <a:rect l="l" t="t" r="r" b="b"/>
              <a:pathLst>
                <a:path w="116110" h="116015">
                  <a:moveTo>
                    <a:pt x="116110" y="58007"/>
                  </a:moveTo>
                  <a:cubicBezTo>
                    <a:pt x="116110" y="90107"/>
                    <a:pt x="90107" y="116015"/>
                    <a:pt x="58103" y="116015"/>
                  </a:cubicBezTo>
                  <a:cubicBezTo>
                    <a:pt x="26003" y="116015"/>
                    <a:pt x="0" y="90107"/>
                    <a:pt x="0" y="58007"/>
                  </a:cubicBezTo>
                  <a:cubicBezTo>
                    <a:pt x="0" y="26003"/>
                    <a:pt x="26003" y="0"/>
                    <a:pt x="58103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539020" y="6503384"/>
              <a:ext cx="106870" cy="106680"/>
            </a:xfrm>
            <a:custGeom>
              <a:avLst/>
              <a:gdLst/>
              <a:ahLst/>
              <a:cxnLst/>
              <a:rect l="l" t="t" r="r" b="b"/>
              <a:pathLst>
                <a:path w="106870" h="106680">
                  <a:moveTo>
                    <a:pt x="53435" y="106680"/>
                  </a:moveTo>
                  <a:cubicBezTo>
                    <a:pt x="82963" y="106680"/>
                    <a:pt x="106870" y="82772"/>
                    <a:pt x="106870" y="53340"/>
                  </a:cubicBezTo>
                  <a:cubicBezTo>
                    <a:pt x="106870" y="23812"/>
                    <a:pt x="82868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3908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01992" y="6513481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3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3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99155" y="6674834"/>
              <a:ext cx="69342" cy="69437"/>
            </a:xfrm>
            <a:custGeom>
              <a:avLst/>
              <a:gdLst/>
              <a:ahLst/>
              <a:cxnLst/>
              <a:rect l="l" t="t" r="r" b="b"/>
              <a:pathLst>
                <a:path w="69342" h="69437">
                  <a:moveTo>
                    <a:pt x="69342" y="34671"/>
                  </a:moveTo>
                  <a:cubicBezTo>
                    <a:pt x="69342" y="53816"/>
                    <a:pt x="53816" y="69437"/>
                    <a:pt x="34671" y="69437"/>
                  </a:cubicBezTo>
                  <a:cubicBezTo>
                    <a:pt x="15526" y="69437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244316" y="6667119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42386" y="84772"/>
                  </a:moveTo>
                  <a:cubicBezTo>
                    <a:pt x="65913" y="84772"/>
                    <a:pt x="84868" y="65913"/>
                    <a:pt x="84868" y="42386"/>
                  </a:cubicBezTo>
                  <a:cubicBezTo>
                    <a:pt x="84868" y="18955"/>
                    <a:pt x="65913" y="0"/>
                    <a:pt x="42386" y="0"/>
                  </a:cubicBezTo>
                  <a:cubicBezTo>
                    <a:pt x="18955" y="0"/>
                    <a:pt x="0" y="18955"/>
                    <a:pt x="0" y="42386"/>
                  </a:cubicBezTo>
                  <a:cubicBezTo>
                    <a:pt x="0" y="65913"/>
                    <a:pt x="18955" y="84772"/>
                    <a:pt x="42386" y="8477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393764" y="6663690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247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383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549212" y="6666262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243"/>
                  </a:moveTo>
                  <a:cubicBezTo>
                    <a:pt x="86582" y="67151"/>
                    <a:pt x="67151" y="86582"/>
                    <a:pt x="43244" y="86582"/>
                  </a:cubicBezTo>
                  <a:cubicBezTo>
                    <a:pt x="19336" y="86582"/>
                    <a:pt x="0" y="67151"/>
                    <a:pt x="0" y="43243"/>
                  </a:cubicBezTo>
                  <a:cubicBezTo>
                    <a:pt x="0" y="19336"/>
                    <a:pt x="19336" y="0"/>
                    <a:pt x="43244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09708" y="6673977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245"/>
                    <a:pt x="55245" y="71152"/>
                    <a:pt x="35623" y="71152"/>
                  </a:cubicBezTo>
                  <a:cubicBezTo>
                    <a:pt x="15907" y="71152"/>
                    <a:pt x="0" y="55245"/>
                    <a:pt x="0" y="35528"/>
                  </a:cubicBezTo>
                  <a:cubicBezTo>
                    <a:pt x="0" y="15907"/>
                    <a:pt x="15907" y="0"/>
                    <a:pt x="35623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0156317" y="5373814"/>
            <a:ext cx="1397318" cy="877157"/>
            <a:chOff x="10156317" y="5373814"/>
            <a:chExt cx="1397318" cy="877157"/>
          </a:xfrm>
        </p:grpSpPr>
        <p:sp>
          <p:nvSpPr>
            <p:cNvPr id="59" name="Freeform 59"/>
            <p:cNvSpPr/>
            <p:nvPr/>
          </p:nvSpPr>
          <p:spPr>
            <a:xfrm>
              <a:off x="10156317" y="5373814"/>
              <a:ext cx="1397318" cy="877157"/>
            </a:xfrm>
            <a:custGeom>
              <a:avLst/>
              <a:gdLst/>
              <a:ahLst/>
              <a:cxnLst/>
              <a:rect l="l" t="t" r="r" b="b"/>
              <a:pathLst>
                <a:path w="1397318" h="877157">
                  <a:moveTo>
                    <a:pt x="1363123" y="224600"/>
                  </a:moveTo>
                  <a:lnTo>
                    <a:pt x="714851" y="3429"/>
                  </a:lnTo>
                  <a:cubicBezTo>
                    <a:pt x="704469" y="0"/>
                    <a:pt x="692849" y="0"/>
                    <a:pt x="682466" y="3429"/>
                  </a:cubicBezTo>
                  <a:lnTo>
                    <a:pt x="34195" y="224600"/>
                  </a:lnTo>
                  <a:cubicBezTo>
                    <a:pt x="13907" y="230981"/>
                    <a:pt x="0" y="250031"/>
                    <a:pt x="0" y="272034"/>
                  </a:cubicBezTo>
                  <a:cubicBezTo>
                    <a:pt x="0" y="293370"/>
                    <a:pt x="13907" y="312420"/>
                    <a:pt x="34195" y="319373"/>
                  </a:cubicBezTo>
                  <a:lnTo>
                    <a:pt x="286321" y="404812"/>
                  </a:lnTo>
                  <a:lnTo>
                    <a:pt x="286321" y="665798"/>
                  </a:lnTo>
                  <a:cubicBezTo>
                    <a:pt x="286321" y="677990"/>
                    <a:pt x="290893" y="690086"/>
                    <a:pt x="298990" y="699326"/>
                  </a:cubicBezTo>
                  <a:cubicBezTo>
                    <a:pt x="401955" y="811911"/>
                    <a:pt x="548831" y="877157"/>
                    <a:pt x="701516" y="877157"/>
                  </a:cubicBezTo>
                  <a:cubicBezTo>
                    <a:pt x="853059" y="877157"/>
                    <a:pt x="993648" y="816578"/>
                    <a:pt x="1097661" y="706279"/>
                  </a:cubicBezTo>
                  <a:cubicBezTo>
                    <a:pt x="1106424" y="697040"/>
                    <a:pt x="1110996" y="684848"/>
                    <a:pt x="1110996" y="672179"/>
                  </a:cubicBezTo>
                  <a:lnTo>
                    <a:pt x="1110996" y="405384"/>
                  </a:lnTo>
                  <a:lnTo>
                    <a:pt x="1215104" y="369570"/>
                  </a:lnTo>
                  <a:lnTo>
                    <a:pt x="1215104" y="495491"/>
                  </a:lnTo>
                  <a:cubicBezTo>
                    <a:pt x="1203579" y="504730"/>
                    <a:pt x="1196054" y="518541"/>
                    <a:pt x="1196054" y="534734"/>
                  </a:cubicBezTo>
                  <a:lnTo>
                    <a:pt x="1196054" y="657130"/>
                  </a:lnTo>
                  <a:cubicBezTo>
                    <a:pt x="1196054" y="684276"/>
                    <a:pt x="1218533" y="706850"/>
                    <a:pt x="1246346" y="706850"/>
                  </a:cubicBezTo>
                  <a:cubicBezTo>
                    <a:pt x="1274064" y="706850"/>
                    <a:pt x="1296067" y="684276"/>
                    <a:pt x="1296067" y="657130"/>
                  </a:cubicBezTo>
                  <a:lnTo>
                    <a:pt x="1296067" y="534734"/>
                  </a:lnTo>
                  <a:cubicBezTo>
                    <a:pt x="1296067" y="518541"/>
                    <a:pt x="1288542" y="504730"/>
                    <a:pt x="1277017" y="495491"/>
                  </a:cubicBezTo>
                  <a:lnTo>
                    <a:pt x="1277017" y="348806"/>
                  </a:lnTo>
                  <a:lnTo>
                    <a:pt x="1363123" y="319373"/>
                  </a:lnTo>
                  <a:cubicBezTo>
                    <a:pt x="1383982" y="312420"/>
                    <a:pt x="1397318" y="293370"/>
                    <a:pt x="1397318" y="272034"/>
                  </a:cubicBezTo>
                  <a:cubicBezTo>
                    <a:pt x="1397318" y="250031"/>
                    <a:pt x="1383411" y="230981"/>
                    <a:pt x="1363123" y="224600"/>
                  </a:cubicBezTo>
                  <a:close/>
                  <a:moveTo>
                    <a:pt x="1010984" y="651415"/>
                  </a:moveTo>
                  <a:cubicBezTo>
                    <a:pt x="927640" y="732187"/>
                    <a:pt x="818388" y="776669"/>
                    <a:pt x="701516" y="776669"/>
                  </a:cubicBezTo>
                  <a:cubicBezTo>
                    <a:pt x="583597" y="776669"/>
                    <a:pt x="469678" y="729329"/>
                    <a:pt x="386334" y="645605"/>
                  </a:cubicBezTo>
                  <a:lnTo>
                    <a:pt x="386334" y="438912"/>
                  </a:lnTo>
                  <a:lnTo>
                    <a:pt x="684181" y="539972"/>
                  </a:lnTo>
                  <a:cubicBezTo>
                    <a:pt x="689420" y="541687"/>
                    <a:pt x="694658" y="542258"/>
                    <a:pt x="700373" y="542258"/>
                  </a:cubicBezTo>
                  <a:cubicBezTo>
                    <a:pt x="705612" y="542258"/>
                    <a:pt x="710851" y="541687"/>
                    <a:pt x="716566" y="539972"/>
                  </a:cubicBezTo>
                  <a:lnTo>
                    <a:pt x="1010984" y="439484"/>
                  </a:lnTo>
                  <a:lnTo>
                    <a:pt x="1010984" y="651415"/>
                  </a:lnTo>
                  <a:close/>
                  <a:moveTo>
                    <a:pt x="699802" y="439484"/>
                  </a:moveTo>
                  <a:lnTo>
                    <a:pt x="205931" y="271367"/>
                  </a:lnTo>
                  <a:lnTo>
                    <a:pt x="698659" y="103918"/>
                  </a:lnTo>
                  <a:lnTo>
                    <a:pt x="1191959" y="272034"/>
                  </a:lnTo>
                  <a:lnTo>
                    <a:pt x="699802" y="439484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869758" y="2076926"/>
            <a:ext cx="4953000" cy="1889760"/>
            <a:chOff x="1869758" y="2076926"/>
            <a:chExt cx="4953000" cy="1889760"/>
          </a:xfrm>
        </p:grpSpPr>
        <p:sp>
          <p:nvSpPr>
            <p:cNvPr id="61" name="Rectangle 61"/>
            <p:cNvSpPr/>
            <p:nvPr/>
          </p:nvSpPr>
          <p:spPr>
            <a:xfrm>
              <a:off x="3455575" y="2275046"/>
              <a:ext cx="1781270" cy="15696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869758" y="2076926"/>
              <a:ext cx="4953000" cy="1889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9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02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869758" y="3659981"/>
            <a:ext cx="4953000" cy="369380"/>
            <a:chOff x="1869758" y="3659981"/>
            <a:chExt cx="4953000" cy="369380"/>
          </a:xfrm>
        </p:grpSpPr>
        <p:sp>
          <p:nvSpPr>
            <p:cNvPr id="64" name="Rectangle 64"/>
            <p:cNvSpPr/>
            <p:nvPr/>
          </p:nvSpPr>
          <p:spPr>
            <a:xfrm>
              <a:off x="3534156" y="3659981"/>
              <a:ext cx="1624108" cy="36938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869758" y="3659981"/>
              <a:ext cx="4953000" cy="354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PART TWO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886831" y="2482120"/>
            <a:ext cx="5044440" cy="866204"/>
            <a:chOff x="5886831" y="2482120"/>
            <a:chExt cx="5044440" cy="866204"/>
          </a:xfrm>
        </p:grpSpPr>
        <p:sp>
          <p:nvSpPr>
            <p:cNvPr id="67" name="Rectangle 67"/>
            <p:cNvSpPr/>
            <p:nvPr/>
          </p:nvSpPr>
          <p:spPr>
            <a:xfrm>
              <a:off x="5886831" y="2548128"/>
              <a:ext cx="2595562" cy="7694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78271" y="2482120"/>
              <a:ext cx="4953000" cy="8662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4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目的及意义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950363" y="3429000"/>
            <a:ext cx="5044440" cy="338518"/>
            <a:chOff x="5950363" y="3429000"/>
            <a:chExt cx="5044440" cy="338518"/>
          </a:xfrm>
        </p:grpSpPr>
        <p:sp>
          <p:nvSpPr>
            <p:cNvPr id="70" name="Rectangle 70"/>
            <p:cNvSpPr/>
            <p:nvPr/>
          </p:nvSpPr>
          <p:spPr>
            <a:xfrm>
              <a:off x="5950363" y="3429000"/>
              <a:ext cx="2666905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041803" y="3434048"/>
              <a:ext cx="4953000" cy="314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00" dirty="0">
                  <a:solidFill>
                    <a:srgbClr val="FFFFFF"/>
                  </a:solidFill>
                  <a:latin typeface="微软雅黑 Light"/>
                  <a:ea typeface="Microsoft YaHei"/>
                  <a:cs typeface="微软雅黑 Light"/>
                </a:rPr>
                <a:t>Purpose and Significance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19310" y="400050"/>
            <a:ext cx="1685530" cy="304800"/>
            <a:chOff x="519310" y="400050"/>
            <a:chExt cx="1685530" cy="304800"/>
          </a:xfrm>
        </p:grpSpPr>
        <p:pic>
          <p:nvPicPr>
            <p:cNvPr id="73" name="Image 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10" y="400050"/>
              <a:ext cx="1685530" cy="3048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32" grpId="0"/>
      <p:bldP spid="58" grpId="0"/>
      <p:bldP spid="60" grpId="0"/>
      <p:bldP spid="63" grpId="0"/>
      <p:bldP spid="66" grpId="0"/>
      <p:bldP spid="69" grpId="0"/>
      <p:bldP spid="72" grpId="0"/>
      <p:bldP spid="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2344388"/>
              <a:ext cx="2772251" cy="781050"/>
              <a:chOff x="0" y="2344388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2344388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2967418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2511933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2344388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目的及意义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研究问题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本研究要回答换导师为何发生，并厘清个体、互动与制度因素。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2952750" y="2114550"/>
              <a:ext cx="8667750" cy="3028950"/>
              <a:chOff x="2952750" y="2114550"/>
              <a:chExt cx="8667750" cy="30289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114550"/>
                <a:ext cx="4112436" cy="302895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302895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2952750"/>
                    </a:lnTo>
                    <a:cubicBezTo>
                      <a:pt x="4112436" y="2994834"/>
                      <a:pt x="4084110" y="3028950"/>
                      <a:pt x="4049168" y="3028950"/>
                    </a:cubicBezTo>
                    <a:lnTo>
                      <a:pt x="63268" y="3028950"/>
                    </a:lnTo>
                    <a:cubicBezTo>
                      <a:pt x="28326" y="3028950"/>
                      <a:pt x="0" y="2994834"/>
                      <a:pt x="0" y="29527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2952750" y="2114550"/>
                <a:ext cx="4112436" cy="495300"/>
              </a:xfrm>
              <a:prstGeom prst="rect">
                <a:avLst/>
              </a:prstGeom>
              <a:solidFill>
                <a:srgbClr val="F8F2F3"/>
              </a:solidFill>
              <a:ln w="0">
                <a:solidFill>
                  <a:srgbClr val="8B0012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480033" y="2269160"/>
                <a:ext cx="1057869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核心问题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221640" y="2762250"/>
                <a:ext cx="3574656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A同学为什么更换导师？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这是一场单纯的个体选择，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还是导生关系与导师制共同作用的结果？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508064" y="2114550"/>
                <a:ext cx="4112436" cy="302895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302895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2952750"/>
                    </a:lnTo>
                    <a:cubicBezTo>
                      <a:pt x="4112436" y="2994834"/>
                      <a:pt x="4084110" y="3028950"/>
                      <a:pt x="4049168" y="3028950"/>
                    </a:cubicBezTo>
                    <a:lnTo>
                      <a:pt x="63268" y="3028950"/>
                    </a:lnTo>
                    <a:cubicBezTo>
                      <a:pt x="28326" y="3028950"/>
                      <a:pt x="0" y="2994834"/>
                      <a:pt x="0" y="29527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7508064" y="2114550"/>
                <a:ext cx="4112436" cy="495300"/>
              </a:xfrm>
              <a:prstGeom prst="rect">
                <a:avLst/>
              </a:prstGeom>
              <a:solidFill>
                <a:srgbClr val="F8F2F3"/>
              </a:solidFill>
              <a:ln w="0">
                <a:solidFill>
                  <a:srgbClr val="8B0012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035347" y="2269160"/>
                <a:ext cx="1057869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研究目标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776954" y="2762250"/>
                <a:ext cx="3574656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还原换导师事件的来龙去脉；厘清主观动因、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互动机制与制度因素；为导生关系建设提供反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思。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992000" y="3329864"/>
                <a:ext cx="589250" cy="616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36" b="1" dirty="0">
                    <a:solidFill>
                      <a:srgbClr val="8B0012"/>
                    </a:solidFill>
                    <a:latin typeface="Arial"/>
                    <a:ea typeface="Microsoft YaHei"/>
                    <a:cs typeface="Arial"/>
                  </a:rPr>
                  <a:t>VS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8" grpId="0"/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09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2344388"/>
              <a:ext cx="2772251" cy="781050"/>
              <a:chOff x="0" y="2344388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2344388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2967418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2511933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2344388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目的及意义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研究意义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个案研究的价值在于把导生关系问题放入可分析的制度现场。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2952750" y="2228850"/>
              <a:ext cx="8430494" cy="2857500"/>
              <a:chOff x="2952750" y="2228850"/>
              <a:chExt cx="8430494" cy="2857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2952750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3063718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487069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理论意义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158372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补足研究生导生关系实证研究不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足，丰富关系质量与导师制研究。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878906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878906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989874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413225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实践意义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084528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回应导生冲突不断被曝光的现实，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提供可讨论的事件样本。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8805063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8805063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916031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339382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案例价值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010685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通过一个换导师事件，看见匹配、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沟通、评价与保障机制的薄弱处。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54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10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2344388"/>
              <a:ext cx="2772251" cy="781050"/>
              <a:chOff x="0" y="2344388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2344388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2967418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2511933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2344388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目的及意义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研究贡献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过程还原、多方互证与制度反思共同构成本研究的贡献。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2952750" y="2228850"/>
              <a:ext cx="8430494" cy="2857500"/>
              <a:chOff x="2952750" y="2228850"/>
              <a:chExt cx="8430494" cy="2857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2952750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3063718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487069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过程还原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158372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用时间线梳理入师门、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写论文与最终更换导师的关键节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点。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878906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878906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989874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413225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多方互证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084528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不只依赖A同学叙述，也纳入B、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C、Z等相关主体的证据。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8805063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8805063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916031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339382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制度反思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010685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把个体体验连接到导师准入、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导生匹配、评价与保障机制。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54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11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2344388"/>
              <a:ext cx="2772251" cy="781050"/>
              <a:chOff x="0" y="2344388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2344388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2967418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2511933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2344388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目的及意义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案例边界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围绕A同学及相关主体建立案例边界，是后续解释的证据基础。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3095104" y="2095500"/>
              <a:ext cx="8351408" cy="2895600"/>
              <a:chOff x="3095104" y="2095500"/>
              <a:chExt cx="8351408" cy="28956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3095104" y="218122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00725" y="209550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A同学：换导师事件当事人，第一志愿选择X导师，后被调剂至Y导师门下。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095104" y="292417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300725" y="283845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Y导师：A同学前任导师，未参与正式访谈，研究尊重其拒访决定。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3095104" y="366712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3300725" y="358140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Z导师：A同学更换后的导师，为事件后段提供补充视角。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3095104" y="441007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3300725" y="432435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B同学与C同学：舍友和同门师兄，作为三角互证的重要来源。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7" grpId="0"/>
      <p:bldP spid="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1826038"/>
            <a:ext cx="12192000" cy="2467642"/>
            <a:chOff x="0" y="1826038"/>
            <a:chExt cx="12192000" cy="2467642"/>
          </a:xfrm>
        </p:grpSpPr>
        <p:sp>
          <p:nvSpPr>
            <p:cNvPr id="3" name="Rectangle 3"/>
            <p:cNvSpPr/>
            <p:nvPr/>
          </p:nvSpPr>
          <p:spPr>
            <a:xfrm>
              <a:off x="0" y="1826038"/>
              <a:ext cx="12192000" cy="246764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3126391" y="1908429"/>
            <a:ext cx="2229612" cy="2302764"/>
            <a:chOff x="3126391" y="1908429"/>
            <a:chExt cx="2229612" cy="2302764"/>
          </a:xfrm>
        </p:grpSpPr>
        <p:sp>
          <p:nvSpPr>
            <p:cNvPr id="5" name="Freeform 5"/>
            <p:cNvSpPr/>
            <p:nvPr/>
          </p:nvSpPr>
          <p:spPr>
            <a:xfrm>
              <a:off x="3126391" y="1908429"/>
              <a:ext cx="2229612" cy="2302764"/>
            </a:xfrm>
            <a:custGeom>
              <a:avLst/>
              <a:gdLst/>
              <a:ahLst/>
              <a:cxnLst/>
              <a:rect l="l" t="t" r="r" b="b"/>
              <a:pathLst>
                <a:path w="2229612" h="2302764">
                  <a:moveTo>
                    <a:pt x="1837944" y="605980"/>
                  </a:moveTo>
                  <a:cubicBezTo>
                    <a:pt x="1868043" y="632936"/>
                    <a:pt x="1913287" y="632936"/>
                    <a:pt x="1943386" y="605980"/>
                  </a:cubicBezTo>
                  <a:cubicBezTo>
                    <a:pt x="1973485" y="579120"/>
                    <a:pt x="1973485" y="538639"/>
                    <a:pt x="1943386" y="511778"/>
                  </a:cubicBezTo>
                  <a:cubicBezTo>
                    <a:pt x="1416082" y="40386"/>
                    <a:pt x="1416082" y="40386"/>
                    <a:pt x="1416082" y="40386"/>
                  </a:cubicBezTo>
                  <a:cubicBezTo>
                    <a:pt x="1401032" y="13525"/>
                    <a:pt x="1385983" y="0"/>
                    <a:pt x="1340834" y="0"/>
                  </a:cubicBezTo>
                  <a:cubicBezTo>
                    <a:pt x="1310640" y="13525"/>
                    <a:pt x="1295590" y="26956"/>
                    <a:pt x="1280541" y="40386"/>
                  </a:cubicBezTo>
                  <a:cubicBezTo>
                    <a:pt x="45244" y="1090803"/>
                    <a:pt x="45244" y="1090803"/>
                    <a:pt x="45244" y="1090803"/>
                  </a:cubicBezTo>
                  <a:cubicBezTo>
                    <a:pt x="30099" y="1104233"/>
                    <a:pt x="0" y="1117759"/>
                    <a:pt x="0" y="1144714"/>
                  </a:cubicBezTo>
                  <a:cubicBezTo>
                    <a:pt x="0" y="1185100"/>
                    <a:pt x="15049" y="1198531"/>
                    <a:pt x="45244" y="1212056"/>
                  </a:cubicBezTo>
                  <a:cubicBezTo>
                    <a:pt x="1280541" y="2262378"/>
                    <a:pt x="1280541" y="2262378"/>
                    <a:pt x="1280541" y="2262378"/>
                  </a:cubicBezTo>
                  <a:cubicBezTo>
                    <a:pt x="1310640" y="2289334"/>
                    <a:pt x="1310640" y="2302764"/>
                    <a:pt x="1340834" y="2302764"/>
                  </a:cubicBezTo>
                  <a:cubicBezTo>
                    <a:pt x="1385983" y="2302764"/>
                    <a:pt x="1401032" y="2289334"/>
                    <a:pt x="1416082" y="2262378"/>
                  </a:cubicBezTo>
                  <a:cubicBezTo>
                    <a:pt x="2184464" y="1629442"/>
                    <a:pt x="2184464" y="1629442"/>
                    <a:pt x="2184464" y="1629442"/>
                  </a:cubicBezTo>
                  <a:cubicBezTo>
                    <a:pt x="2199513" y="1616011"/>
                    <a:pt x="2229612" y="1602581"/>
                    <a:pt x="2229612" y="1562100"/>
                  </a:cubicBezTo>
                  <a:cubicBezTo>
                    <a:pt x="2229612" y="1535240"/>
                    <a:pt x="2214562" y="1521714"/>
                    <a:pt x="2184464" y="1508284"/>
                  </a:cubicBezTo>
                  <a:cubicBezTo>
                    <a:pt x="1416082" y="781050"/>
                    <a:pt x="1416082" y="781050"/>
                    <a:pt x="1416082" y="781050"/>
                  </a:cubicBezTo>
                  <a:cubicBezTo>
                    <a:pt x="1385983" y="767620"/>
                    <a:pt x="1370933" y="754190"/>
                    <a:pt x="1340834" y="754190"/>
                  </a:cubicBezTo>
                  <a:cubicBezTo>
                    <a:pt x="1310640" y="754190"/>
                    <a:pt x="1295590" y="767620"/>
                    <a:pt x="1265491" y="794575"/>
                  </a:cubicBezTo>
                  <a:cubicBezTo>
                    <a:pt x="813530" y="1171575"/>
                    <a:pt x="813530" y="1171575"/>
                    <a:pt x="813530" y="1171575"/>
                  </a:cubicBezTo>
                  <a:cubicBezTo>
                    <a:pt x="798481" y="1198531"/>
                    <a:pt x="783431" y="1212056"/>
                    <a:pt x="783431" y="1238917"/>
                  </a:cubicBezTo>
                  <a:cubicBezTo>
                    <a:pt x="783431" y="1252442"/>
                    <a:pt x="783431" y="1279303"/>
                    <a:pt x="798481" y="1279303"/>
                  </a:cubicBezTo>
                  <a:cubicBezTo>
                    <a:pt x="798481" y="1292828"/>
                    <a:pt x="798481" y="1292828"/>
                    <a:pt x="813530" y="1292828"/>
                  </a:cubicBezTo>
                  <a:cubicBezTo>
                    <a:pt x="1160050" y="1602581"/>
                    <a:pt x="1160050" y="1602581"/>
                    <a:pt x="1160050" y="1602581"/>
                  </a:cubicBezTo>
                  <a:cubicBezTo>
                    <a:pt x="1175099" y="1616011"/>
                    <a:pt x="1190149" y="1642967"/>
                    <a:pt x="1235297" y="1642967"/>
                  </a:cubicBezTo>
                  <a:cubicBezTo>
                    <a:pt x="1265491" y="1629442"/>
                    <a:pt x="1280541" y="1616011"/>
                    <a:pt x="1295590" y="1602581"/>
                  </a:cubicBezTo>
                  <a:cubicBezTo>
                    <a:pt x="1491424" y="1427512"/>
                    <a:pt x="1491424" y="1427512"/>
                    <a:pt x="1491424" y="1427512"/>
                  </a:cubicBezTo>
                  <a:cubicBezTo>
                    <a:pt x="1521619" y="1400556"/>
                    <a:pt x="1521619" y="1346644"/>
                    <a:pt x="1491424" y="1333214"/>
                  </a:cubicBezTo>
                  <a:cubicBezTo>
                    <a:pt x="1461325" y="1306258"/>
                    <a:pt x="1416082" y="1306258"/>
                    <a:pt x="1385983" y="1333214"/>
                  </a:cubicBezTo>
                  <a:cubicBezTo>
                    <a:pt x="1220248" y="1467898"/>
                    <a:pt x="1220248" y="1467898"/>
                    <a:pt x="1220248" y="1467898"/>
                  </a:cubicBezTo>
                  <a:cubicBezTo>
                    <a:pt x="964216" y="1238917"/>
                    <a:pt x="964216" y="1238917"/>
                    <a:pt x="964216" y="1238917"/>
                  </a:cubicBezTo>
                  <a:cubicBezTo>
                    <a:pt x="1340834" y="915733"/>
                    <a:pt x="1340834" y="915733"/>
                    <a:pt x="1340834" y="915733"/>
                  </a:cubicBezTo>
                  <a:cubicBezTo>
                    <a:pt x="2048828" y="1562100"/>
                    <a:pt x="2048828" y="1562100"/>
                    <a:pt x="2048828" y="1562100"/>
                  </a:cubicBezTo>
                  <a:cubicBezTo>
                    <a:pt x="1355884" y="2141220"/>
                    <a:pt x="1355884" y="2141220"/>
                    <a:pt x="1355884" y="2141220"/>
                  </a:cubicBezTo>
                  <a:cubicBezTo>
                    <a:pt x="195834" y="1158145"/>
                    <a:pt x="195834" y="1158145"/>
                    <a:pt x="195834" y="1158145"/>
                  </a:cubicBezTo>
                  <a:cubicBezTo>
                    <a:pt x="1355884" y="161639"/>
                    <a:pt x="1355884" y="161639"/>
                    <a:pt x="1355884" y="161639"/>
                  </a:cubicBezTo>
                  <a:cubicBezTo>
                    <a:pt x="1837944" y="605980"/>
                    <a:pt x="1837944" y="605980"/>
                    <a:pt x="1837944" y="605980"/>
                  </a:cubicBezTo>
                  <a:close/>
                </a:path>
              </a:pathLst>
            </a:custGeom>
            <a:solidFill>
              <a:srgbClr val="FBD7B3">
                <a:alpha val="50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398186" y="87916"/>
            <a:ext cx="702184" cy="702183"/>
            <a:chOff x="11398186" y="87916"/>
            <a:chExt cx="702184" cy="702183"/>
          </a:xfrm>
        </p:grpSpPr>
        <p:sp>
          <p:nvSpPr>
            <p:cNvPr id="7" name="Freeform 7"/>
            <p:cNvSpPr/>
            <p:nvPr/>
          </p:nvSpPr>
          <p:spPr>
            <a:xfrm>
              <a:off x="11409140" y="98870"/>
              <a:ext cx="67913" cy="67913"/>
            </a:xfrm>
            <a:custGeom>
              <a:avLst/>
              <a:gdLst/>
              <a:ahLst/>
              <a:cxnLst/>
              <a:rect l="l" t="t" r="r" b="b"/>
              <a:pathLst>
                <a:path w="67913" h="67913">
                  <a:moveTo>
                    <a:pt x="33909" y="67913"/>
                  </a:moveTo>
                  <a:cubicBezTo>
                    <a:pt x="52578" y="67913"/>
                    <a:pt x="67913" y="52768"/>
                    <a:pt x="67913" y="33909"/>
                  </a:cubicBezTo>
                  <a:cubicBezTo>
                    <a:pt x="67913" y="15240"/>
                    <a:pt x="52768" y="0"/>
                    <a:pt x="33909" y="0"/>
                  </a:cubicBezTo>
                  <a:cubicBezTo>
                    <a:pt x="15240" y="0"/>
                    <a:pt x="0" y="15145"/>
                    <a:pt x="0" y="33909"/>
                  </a:cubicBezTo>
                  <a:cubicBezTo>
                    <a:pt x="0" y="52768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1554396" y="91345"/>
              <a:ext cx="83153" cy="82963"/>
            </a:xfrm>
            <a:custGeom>
              <a:avLst/>
              <a:gdLst/>
              <a:ahLst/>
              <a:cxnLst/>
              <a:rect l="l" t="t" r="r" b="b"/>
              <a:pathLst>
                <a:path w="83153" h="82963">
                  <a:moveTo>
                    <a:pt x="41624" y="82963"/>
                  </a:moveTo>
                  <a:cubicBezTo>
                    <a:pt x="64579" y="82963"/>
                    <a:pt x="83153" y="64484"/>
                    <a:pt x="83153" y="41434"/>
                  </a:cubicBezTo>
                  <a:cubicBezTo>
                    <a:pt x="83153" y="18478"/>
                    <a:pt x="64579" y="0"/>
                    <a:pt x="41624" y="0"/>
                  </a:cubicBezTo>
                  <a:cubicBezTo>
                    <a:pt x="18669" y="0"/>
                    <a:pt x="95" y="18478"/>
                    <a:pt x="95" y="41434"/>
                  </a:cubicBezTo>
                  <a:cubicBezTo>
                    <a:pt x="0" y="64484"/>
                    <a:pt x="18669" y="82963"/>
                    <a:pt x="41624" y="8296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703844" y="87916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1859292" y="90392"/>
              <a:ext cx="84868" cy="84868"/>
            </a:xfrm>
            <a:custGeom>
              <a:avLst/>
              <a:gdLst/>
              <a:ahLst/>
              <a:cxnLst/>
              <a:rect l="l" t="t" r="r" b="b"/>
              <a:pathLst>
                <a:path w="84868" h="84868">
                  <a:moveTo>
                    <a:pt x="84868" y="42481"/>
                  </a:moveTo>
                  <a:cubicBezTo>
                    <a:pt x="84868" y="65818"/>
                    <a:pt x="65818" y="84868"/>
                    <a:pt x="42386" y="84868"/>
                  </a:cubicBezTo>
                  <a:cubicBezTo>
                    <a:pt x="19050" y="84868"/>
                    <a:pt x="0" y="65818"/>
                    <a:pt x="0" y="42481"/>
                  </a:cubicBezTo>
                  <a:cubicBezTo>
                    <a:pt x="0" y="19050"/>
                    <a:pt x="19050" y="0"/>
                    <a:pt x="42386" y="0"/>
                  </a:cubicBezTo>
                  <a:cubicBezTo>
                    <a:pt x="65818" y="0"/>
                    <a:pt x="84868" y="19050"/>
                    <a:pt x="84868" y="4248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019788" y="98298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1" y="69342"/>
                    <a:pt x="69437" y="53816"/>
                    <a:pt x="69437" y="34671"/>
                  </a:cubicBezTo>
                  <a:cubicBezTo>
                    <a:pt x="69437" y="15430"/>
                    <a:pt x="53911" y="0"/>
                    <a:pt x="34766" y="0"/>
                  </a:cubicBezTo>
                  <a:cubicBezTo>
                    <a:pt x="15526" y="0"/>
                    <a:pt x="0" y="15430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1401520" y="244221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574"/>
                    <a:pt x="18574" y="0"/>
                    <a:pt x="41529" y="0"/>
                  </a:cubicBezTo>
                  <a:cubicBezTo>
                    <a:pt x="64484" y="0"/>
                    <a:pt x="83058" y="18574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544300" y="234029"/>
              <a:ext cx="103441" cy="103442"/>
            </a:xfrm>
            <a:custGeom>
              <a:avLst/>
              <a:gdLst/>
              <a:ahLst/>
              <a:cxnLst/>
              <a:rect l="l" t="t" r="r" b="b"/>
              <a:pathLst>
                <a:path w="103441" h="103442">
                  <a:moveTo>
                    <a:pt x="51721" y="103442"/>
                  </a:moveTo>
                  <a:cubicBezTo>
                    <a:pt x="80201" y="103442"/>
                    <a:pt x="103441" y="80391"/>
                    <a:pt x="103441" y="51721"/>
                  </a:cubicBezTo>
                  <a:cubicBezTo>
                    <a:pt x="103441" y="23050"/>
                    <a:pt x="80296" y="0"/>
                    <a:pt x="51721" y="0"/>
                  </a:cubicBezTo>
                  <a:cubicBezTo>
                    <a:pt x="23146" y="0"/>
                    <a:pt x="0" y="23241"/>
                    <a:pt x="0" y="51721"/>
                  </a:cubicBezTo>
                  <a:cubicBezTo>
                    <a:pt x="0" y="80201"/>
                    <a:pt x="23051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1691556" y="228505"/>
              <a:ext cx="114490" cy="114490"/>
            </a:xfrm>
            <a:custGeom>
              <a:avLst/>
              <a:gdLst/>
              <a:ahLst/>
              <a:cxnLst/>
              <a:rect l="l" t="t" r="r" b="b"/>
              <a:pathLst>
                <a:path w="114490" h="114490">
                  <a:moveTo>
                    <a:pt x="114490" y="57245"/>
                  </a:moveTo>
                  <a:cubicBezTo>
                    <a:pt x="114490" y="88868"/>
                    <a:pt x="88868" y="114490"/>
                    <a:pt x="57245" y="114490"/>
                  </a:cubicBezTo>
                  <a:cubicBezTo>
                    <a:pt x="25622" y="114490"/>
                    <a:pt x="0" y="88868"/>
                    <a:pt x="0" y="57245"/>
                  </a:cubicBezTo>
                  <a:cubicBezTo>
                    <a:pt x="0" y="25622"/>
                    <a:pt x="25622" y="0"/>
                    <a:pt x="57245" y="0"/>
                  </a:cubicBezTo>
                  <a:cubicBezTo>
                    <a:pt x="88868" y="0"/>
                    <a:pt x="114490" y="25622"/>
                    <a:pt x="114490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1849100" y="233172"/>
              <a:ext cx="105251" cy="105156"/>
            </a:xfrm>
            <a:custGeom>
              <a:avLst/>
              <a:gdLst/>
              <a:ahLst/>
              <a:cxnLst/>
              <a:rect l="l" t="t" r="r" b="b"/>
              <a:pathLst>
                <a:path w="105251" h="105156">
                  <a:moveTo>
                    <a:pt x="105251" y="52578"/>
                  </a:moveTo>
                  <a:cubicBezTo>
                    <a:pt x="105251" y="81629"/>
                    <a:pt x="81724" y="105156"/>
                    <a:pt x="52578" y="105156"/>
                  </a:cubicBezTo>
                  <a:cubicBezTo>
                    <a:pt x="23527" y="105156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724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2012168" y="243364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84773" y="42386"/>
                  </a:moveTo>
                  <a:cubicBezTo>
                    <a:pt x="84773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1398186" y="39366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863" y="89821"/>
                  </a:moveTo>
                  <a:cubicBezTo>
                    <a:pt x="69723" y="89821"/>
                    <a:pt x="89821" y="69723"/>
                    <a:pt x="89821" y="44863"/>
                  </a:cubicBezTo>
                  <a:cubicBezTo>
                    <a:pt x="89821" y="20003"/>
                    <a:pt x="69723" y="0"/>
                    <a:pt x="44863" y="0"/>
                  </a:cubicBezTo>
                  <a:cubicBezTo>
                    <a:pt x="20002" y="0"/>
                    <a:pt x="0" y="20003"/>
                    <a:pt x="0" y="44863"/>
                  </a:cubicBezTo>
                  <a:cubicBezTo>
                    <a:pt x="0" y="69723"/>
                    <a:pt x="20098" y="89821"/>
                    <a:pt x="44863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538680" y="38128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1682698" y="372428"/>
              <a:ext cx="132207" cy="132207"/>
            </a:xfrm>
            <a:custGeom>
              <a:avLst/>
              <a:gdLst/>
              <a:ahLst/>
              <a:cxnLst/>
              <a:rect l="l" t="t" r="r" b="b"/>
              <a:pathLst>
                <a:path w="132207" h="132207">
                  <a:moveTo>
                    <a:pt x="132207" y="66103"/>
                  </a:moveTo>
                  <a:cubicBezTo>
                    <a:pt x="132207" y="102680"/>
                    <a:pt x="102584" y="132207"/>
                    <a:pt x="66104" y="132207"/>
                  </a:cubicBezTo>
                  <a:cubicBezTo>
                    <a:pt x="29623" y="132207"/>
                    <a:pt x="0" y="102680"/>
                    <a:pt x="0" y="66103"/>
                  </a:cubicBezTo>
                  <a:cubicBezTo>
                    <a:pt x="0" y="29623"/>
                    <a:pt x="29623" y="0"/>
                    <a:pt x="66104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1843671" y="380524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7" y="116110"/>
                    <a:pt x="58102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102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2008739" y="392716"/>
              <a:ext cx="91631" cy="91631"/>
            </a:xfrm>
            <a:custGeom>
              <a:avLst/>
              <a:gdLst/>
              <a:ahLst/>
              <a:cxnLst/>
              <a:rect l="l" t="t" r="r" b="b"/>
              <a:pathLst>
                <a:path w="91631" h="91631">
                  <a:moveTo>
                    <a:pt x="45815" y="91631"/>
                  </a:moveTo>
                  <a:cubicBezTo>
                    <a:pt x="71057" y="91631"/>
                    <a:pt x="91631" y="71247"/>
                    <a:pt x="91631" y="45815"/>
                  </a:cubicBezTo>
                  <a:cubicBezTo>
                    <a:pt x="91631" y="20574"/>
                    <a:pt x="71152" y="0"/>
                    <a:pt x="45815" y="0"/>
                  </a:cubicBezTo>
                  <a:cubicBezTo>
                    <a:pt x="20574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1400663" y="549116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543348" y="53873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673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673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673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1690795" y="533400"/>
              <a:ext cx="116014" cy="116110"/>
            </a:xfrm>
            <a:custGeom>
              <a:avLst/>
              <a:gdLst/>
              <a:ahLst/>
              <a:cxnLst/>
              <a:rect l="l" t="t" r="r" b="b"/>
              <a:pathLst>
                <a:path w="116014" h="116110">
                  <a:moveTo>
                    <a:pt x="116014" y="58103"/>
                  </a:moveTo>
                  <a:cubicBezTo>
                    <a:pt x="116014" y="90106"/>
                    <a:pt x="90011" y="116110"/>
                    <a:pt x="58007" y="116110"/>
                  </a:cubicBezTo>
                  <a:cubicBezTo>
                    <a:pt x="25908" y="116110"/>
                    <a:pt x="0" y="90106"/>
                    <a:pt x="0" y="58103"/>
                  </a:cubicBezTo>
                  <a:cubicBezTo>
                    <a:pt x="0" y="26003"/>
                    <a:pt x="25908" y="0"/>
                    <a:pt x="58007" y="0"/>
                  </a:cubicBezTo>
                  <a:cubicBezTo>
                    <a:pt x="90011" y="0"/>
                    <a:pt x="116014" y="26003"/>
                    <a:pt x="116014" y="58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1848243" y="538162"/>
              <a:ext cx="106871" cy="106680"/>
            </a:xfrm>
            <a:custGeom>
              <a:avLst/>
              <a:gdLst/>
              <a:ahLst/>
              <a:cxnLst/>
              <a:rect l="l" t="t" r="r" b="b"/>
              <a:pathLst>
                <a:path w="106871" h="106680">
                  <a:moveTo>
                    <a:pt x="53435" y="106680"/>
                  </a:moveTo>
                  <a:cubicBezTo>
                    <a:pt x="82963" y="106680"/>
                    <a:pt x="106871" y="82772"/>
                    <a:pt x="106871" y="53340"/>
                  </a:cubicBezTo>
                  <a:cubicBezTo>
                    <a:pt x="106871" y="23812"/>
                    <a:pt x="82867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4003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2011216" y="548164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7"/>
                    <a:pt x="67246" y="86582"/>
                    <a:pt x="43339" y="86582"/>
                  </a:cubicBezTo>
                  <a:cubicBezTo>
                    <a:pt x="19431" y="86582"/>
                    <a:pt x="0" y="67247"/>
                    <a:pt x="0" y="43339"/>
                  </a:cubicBezTo>
                  <a:cubicBezTo>
                    <a:pt x="0" y="19431"/>
                    <a:pt x="19431" y="0"/>
                    <a:pt x="43339" y="0"/>
                  </a:cubicBezTo>
                  <a:cubicBezTo>
                    <a:pt x="67246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1408378" y="709612"/>
              <a:ext cx="69342" cy="69342"/>
            </a:xfrm>
            <a:custGeom>
              <a:avLst/>
              <a:gdLst/>
              <a:ahLst/>
              <a:cxnLst/>
              <a:rect l="l" t="t" r="r" b="b"/>
              <a:pathLst>
                <a:path w="69342" h="69342">
                  <a:moveTo>
                    <a:pt x="69342" y="34671"/>
                  </a:moveTo>
                  <a:cubicBezTo>
                    <a:pt x="69342" y="53816"/>
                    <a:pt x="53816" y="69342"/>
                    <a:pt x="34671" y="69342"/>
                  </a:cubicBezTo>
                  <a:cubicBezTo>
                    <a:pt x="15526" y="69342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1553634" y="701897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42386" y="84773"/>
                  </a:moveTo>
                  <a:cubicBezTo>
                    <a:pt x="65818" y="84773"/>
                    <a:pt x="84773" y="65818"/>
                    <a:pt x="84773" y="42386"/>
                  </a:cubicBezTo>
                  <a:cubicBezTo>
                    <a:pt x="84773" y="18955"/>
                    <a:pt x="65818" y="0"/>
                    <a:pt x="42386" y="0"/>
                  </a:cubicBezTo>
                  <a:cubicBezTo>
                    <a:pt x="18860" y="0"/>
                    <a:pt x="0" y="18955"/>
                    <a:pt x="0" y="42386"/>
                  </a:cubicBezTo>
                  <a:cubicBezTo>
                    <a:pt x="0" y="65818"/>
                    <a:pt x="18860" y="84773"/>
                    <a:pt x="42386" y="847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1702986" y="698468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152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479" y="0"/>
                    <a:pt x="0" y="20479"/>
                    <a:pt x="0" y="45815"/>
                  </a:cubicBezTo>
                  <a:cubicBezTo>
                    <a:pt x="0" y="71152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1858434" y="701040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4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4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4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2018931" y="708755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150"/>
                    <a:pt x="55245" y="71152"/>
                    <a:pt x="35624" y="71152"/>
                  </a:cubicBezTo>
                  <a:cubicBezTo>
                    <a:pt x="15907" y="71152"/>
                    <a:pt x="0" y="55150"/>
                    <a:pt x="0" y="35528"/>
                  </a:cubicBezTo>
                  <a:cubicBezTo>
                    <a:pt x="0" y="15907"/>
                    <a:pt x="15907" y="0"/>
                    <a:pt x="35624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88868" y="6053138"/>
            <a:ext cx="702183" cy="702183"/>
            <a:chOff x="88868" y="6053138"/>
            <a:chExt cx="702183" cy="702183"/>
          </a:xfrm>
        </p:grpSpPr>
        <p:sp>
          <p:nvSpPr>
            <p:cNvPr id="33" name="Freeform 33"/>
            <p:cNvSpPr/>
            <p:nvPr/>
          </p:nvSpPr>
          <p:spPr>
            <a:xfrm>
              <a:off x="99917" y="6064091"/>
              <a:ext cx="67818" cy="67913"/>
            </a:xfrm>
            <a:custGeom>
              <a:avLst/>
              <a:gdLst/>
              <a:ahLst/>
              <a:cxnLst/>
              <a:rect l="l" t="t" r="r" b="b"/>
              <a:pathLst>
                <a:path w="67818" h="67913">
                  <a:moveTo>
                    <a:pt x="33909" y="67913"/>
                  </a:moveTo>
                  <a:cubicBezTo>
                    <a:pt x="52578" y="67913"/>
                    <a:pt x="67818" y="52769"/>
                    <a:pt x="67818" y="34004"/>
                  </a:cubicBezTo>
                  <a:cubicBezTo>
                    <a:pt x="67818" y="15335"/>
                    <a:pt x="52673" y="0"/>
                    <a:pt x="33909" y="0"/>
                  </a:cubicBezTo>
                  <a:cubicBezTo>
                    <a:pt x="15240" y="0"/>
                    <a:pt x="0" y="15145"/>
                    <a:pt x="0" y="34004"/>
                  </a:cubicBezTo>
                  <a:cubicBezTo>
                    <a:pt x="0" y="52769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245078" y="6056566"/>
              <a:ext cx="83153" cy="83058"/>
            </a:xfrm>
            <a:custGeom>
              <a:avLst/>
              <a:gdLst/>
              <a:ahLst/>
              <a:cxnLst/>
              <a:rect l="l" t="t" r="r" b="b"/>
              <a:pathLst>
                <a:path w="83153" h="83058">
                  <a:moveTo>
                    <a:pt x="41719" y="83058"/>
                  </a:moveTo>
                  <a:cubicBezTo>
                    <a:pt x="64675" y="83058"/>
                    <a:pt x="83153" y="64484"/>
                    <a:pt x="83153" y="41529"/>
                  </a:cubicBezTo>
                  <a:cubicBezTo>
                    <a:pt x="83153" y="18574"/>
                    <a:pt x="64675" y="0"/>
                    <a:pt x="41719" y="0"/>
                  </a:cubicBezTo>
                  <a:cubicBezTo>
                    <a:pt x="18669" y="0"/>
                    <a:pt x="190" y="18574"/>
                    <a:pt x="190" y="41529"/>
                  </a:cubicBezTo>
                  <a:cubicBezTo>
                    <a:pt x="0" y="64484"/>
                    <a:pt x="18669" y="83058"/>
                    <a:pt x="41719" y="8305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94621" y="605313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958" y="89821"/>
                  </a:moveTo>
                  <a:cubicBezTo>
                    <a:pt x="69818" y="89821"/>
                    <a:pt x="89821" y="69818"/>
                    <a:pt x="89821" y="44958"/>
                  </a:cubicBezTo>
                  <a:cubicBezTo>
                    <a:pt x="89821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958"/>
                  </a:cubicBezTo>
                  <a:cubicBezTo>
                    <a:pt x="0" y="69818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50069" y="6055709"/>
              <a:ext cx="84773" cy="84772"/>
            </a:xfrm>
            <a:custGeom>
              <a:avLst/>
              <a:gdLst/>
              <a:ahLst/>
              <a:cxnLst/>
              <a:rect l="l" t="t" r="r" b="b"/>
              <a:pathLst>
                <a:path w="84773" h="84772">
                  <a:moveTo>
                    <a:pt x="84773" y="42386"/>
                  </a:moveTo>
                  <a:cubicBezTo>
                    <a:pt x="84773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10565" y="6063520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2" y="69342"/>
                    <a:pt x="69437" y="53816"/>
                    <a:pt x="69437" y="34671"/>
                  </a:cubicBezTo>
                  <a:cubicBezTo>
                    <a:pt x="69437" y="15526"/>
                    <a:pt x="53912" y="0"/>
                    <a:pt x="34766" y="0"/>
                  </a:cubicBezTo>
                  <a:cubicBezTo>
                    <a:pt x="15526" y="0"/>
                    <a:pt x="0" y="15526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2297" y="6209443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669"/>
                    <a:pt x="18574" y="0"/>
                    <a:pt x="41529" y="0"/>
                  </a:cubicBezTo>
                  <a:cubicBezTo>
                    <a:pt x="64484" y="0"/>
                    <a:pt x="83058" y="18669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234982" y="6199251"/>
              <a:ext cx="103537" cy="103442"/>
            </a:xfrm>
            <a:custGeom>
              <a:avLst/>
              <a:gdLst/>
              <a:ahLst/>
              <a:cxnLst/>
              <a:rect l="l" t="t" r="r" b="b"/>
              <a:pathLst>
                <a:path w="103537" h="103442">
                  <a:moveTo>
                    <a:pt x="51721" y="103442"/>
                  </a:moveTo>
                  <a:cubicBezTo>
                    <a:pt x="80296" y="103442"/>
                    <a:pt x="103537" y="80391"/>
                    <a:pt x="103537" y="51721"/>
                  </a:cubicBezTo>
                  <a:cubicBezTo>
                    <a:pt x="103537" y="23146"/>
                    <a:pt x="80391" y="0"/>
                    <a:pt x="51721" y="0"/>
                  </a:cubicBezTo>
                  <a:cubicBezTo>
                    <a:pt x="23241" y="0"/>
                    <a:pt x="0" y="23241"/>
                    <a:pt x="0" y="51721"/>
                  </a:cubicBezTo>
                  <a:cubicBezTo>
                    <a:pt x="0" y="80296"/>
                    <a:pt x="23146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382238" y="619372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539877" y="619839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105251" y="52578"/>
                  </a:moveTo>
                  <a:cubicBezTo>
                    <a:pt x="105251" y="81629"/>
                    <a:pt x="81629" y="105251"/>
                    <a:pt x="52578" y="105251"/>
                  </a:cubicBezTo>
                  <a:cubicBezTo>
                    <a:pt x="23527" y="105251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629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02850" y="6208586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84868" y="42386"/>
                  </a:moveTo>
                  <a:cubicBezTo>
                    <a:pt x="84868" y="65818"/>
                    <a:pt x="65818" y="84772"/>
                    <a:pt x="42481" y="84772"/>
                  </a:cubicBezTo>
                  <a:cubicBezTo>
                    <a:pt x="19050" y="84772"/>
                    <a:pt x="0" y="65818"/>
                    <a:pt x="0" y="42386"/>
                  </a:cubicBezTo>
                  <a:cubicBezTo>
                    <a:pt x="0" y="18955"/>
                    <a:pt x="19050" y="0"/>
                    <a:pt x="42481" y="0"/>
                  </a:cubicBezTo>
                  <a:cubicBezTo>
                    <a:pt x="65818" y="0"/>
                    <a:pt x="84868" y="18955"/>
                    <a:pt x="84868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8868" y="6358890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229457" y="6346508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964"/>
                    <a:pt x="88964" y="114586"/>
                    <a:pt x="57340" y="114586"/>
                  </a:cubicBezTo>
                  <a:cubicBezTo>
                    <a:pt x="25622" y="114586"/>
                    <a:pt x="0" y="88964"/>
                    <a:pt x="0" y="57245"/>
                  </a:cubicBezTo>
                  <a:cubicBezTo>
                    <a:pt x="0" y="25622"/>
                    <a:pt x="25622" y="0"/>
                    <a:pt x="57340" y="0"/>
                  </a:cubicBezTo>
                  <a:cubicBezTo>
                    <a:pt x="88964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373475" y="6337649"/>
              <a:ext cx="132207" cy="132302"/>
            </a:xfrm>
            <a:custGeom>
              <a:avLst/>
              <a:gdLst/>
              <a:ahLst/>
              <a:cxnLst/>
              <a:rect l="l" t="t" r="r" b="b"/>
              <a:pathLst>
                <a:path w="132207" h="132302">
                  <a:moveTo>
                    <a:pt x="132207" y="66103"/>
                  </a:moveTo>
                  <a:cubicBezTo>
                    <a:pt x="132207" y="102679"/>
                    <a:pt x="102584" y="132302"/>
                    <a:pt x="66103" y="132302"/>
                  </a:cubicBezTo>
                  <a:cubicBezTo>
                    <a:pt x="29528" y="132302"/>
                    <a:pt x="0" y="102679"/>
                    <a:pt x="0" y="66103"/>
                  </a:cubicBezTo>
                  <a:cubicBezTo>
                    <a:pt x="0" y="29623"/>
                    <a:pt x="29528" y="0"/>
                    <a:pt x="66103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534448" y="6345746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6" y="116110"/>
                    <a:pt x="58007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007" y="0"/>
                  </a:cubicBezTo>
                  <a:cubicBezTo>
                    <a:pt x="90106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99516" y="6358033"/>
              <a:ext cx="91535" cy="91535"/>
            </a:xfrm>
            <a:custGeom>
              <a:avLst/>
              <a:gdLst/>
              <a:ahLst/>
              <a:cxnLst/>
              <a:rect l="l" t="t" r="r" b="b"/>
              <a:pathLst>
                <a:path w="91535" h="91535">
                  <a:moveTo>
                    <a:pt x="45815" y="91535"/>
                  </a:moveTo>
                  <a:cubicBezTo>
                    <a:pt x="70961" y="91535"/>
                    <a:pt x="91535" y="71152"/>
                    <a:pt x="91535" y="45720"/>
                  </a:cubicBezTo>
                  <a:cubicBezTo>
                    <a:pt x="91535" y="20574"/>
                    <a:pt x="71152" y="0"/>
                    <a:pt x="45815" y="0"/>
                  </a:cubicBezTo>
                  <a:cubicBezTo>
                    <a:pt x="20574" y="0"/>
                    <a:pt x="0" y="20383"/>
                    <a:pt x="0" y="45720"/>
                  </a:cubicBezTo>
                  <a:cubicBezTo>
                    <a:pt x="0" y="71152"/>
                    <a:pt x="20574" y="91535"/>
                    <a:pt x="45815" y="9153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1440" y="6514338"/>
              <a:ext cx="84772" cy="84773"/>
            </a:xfrm>
            <a:custGeom>
              <a:avLst/>
              <a:gdLst/>
              <a:ahLst/>
              <a:cxnLst/>
              <a:rect l="l" t="t" r="r" b="b"/>
              <a:pathLst>
                <a:path w="84772" h="84773">
                  <a:moveTo>
                    <a:pt x="84772" y="42386"/>
                  </a:moveTo>
                  <a:cubicBezTo>
                    <a:pt x="84772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234124" y="6503956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578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578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578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381476" y="6498717"/>
              <a:ext cx="116110" cy="116015"/>
            </a:xfrm>
            <a:custGeom>
              <a:avLst/>
              <a:gdLst/>
              <a:ahLst/>
              <a:cxnLst/>
              <a:rect l="l" t="t" r="r" b="b"/>
              <a:pathLst>
                <a:path w="116110" h="116015">
                  <a:moveTo>
                    <a:pt x="116110" y="58007"/>
                  </a:moveTo>
                  <a:cubicBezTo>
                    <a:pt x="116110" y="90107"/>
                    <a:pt x="90107" y="116015"/>
                    <a:pt x="58103" y="116015"/>
                  </a:cubicBezTo>
                  <a:cubicBezTo>
                    <a:pt x="26003" y="116015"/>
                    <a:pt x="0" y="90107"/>
                    <a:pt x="0" y="58007"/>
                  </a:cubicBezTo>
                  <a:cubicBezTo>
                    <a:pt x="0" y="26003"/>
                    <a:pt x="26003" y="0"/>
                    <a:pt x="58103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539020" y="6503384"/>
              <a:ext cx="106870" cy="106680"/>
            </a:xfrm>
            <a:custGeom>
              <a:avLst/>
              <a:gdLst/>
              <a:ahLst/>
              <a:cxnLst/>
              <a:rect l="l" t="t" r="r" b="b"/>
              <a:pathLst>
                <a:path w="106870" h="106680">
                  <a:moveTo>
                    <a:pt x="53435" y="106680"/>
                  </a:moveTo>
                  <a:cubicBezTo>
                    <a:pt x="82963" y="106680"/>
                    <a:pt x="106870" y="82772"/>
                    <a:pt x="106870" y="53340"/>
                  </a:cubicBezTo>
                  <a:cubicBezTo>
                    <a:pt x="106870" y="23812"/>
                    <a:pt x="82868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3908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01992" y="6513481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3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3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99155" y="6674834"/>
              <a:ext cx="69342" cy="69437"/>
            </a:xfrm>
            <a:custGeom>
              <a:avLst/>
              <a:gdLst/>
              <a:ahLst/>
              <a:cxnLst/>
              <a:rect l="l" t="t" r="r" b="b"/>
              <a:pathLst>
                <a:path w="69342" h="69437">
                  <a:moveTo>
                    <a:pt x="69342" y="34671"/>
                  </a:moveTo>
                  <a:cubicBezTo>
                    <a:pt x="69342" y="53816"/>
                    <a:pt x="53816" y="69437"/>
                    <a:pt x="34671" y="69437"/>
                  </a:cubicBezTo>
                  <a:cubicBezTo>
                    <a:pt x="15526" y="69437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244316" y="6667119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42386" y="84772"/>
                  </a:moveTo>
                  <a:cubicBezTo>
                    <a:pt x="65913" y="84772"/>
                    <a:pt x="84868" y="65913"/>
                    <a:pt x="84868" y="42386"/>
                  </a:cubicBezTo>
                  <a:cubicBezTo>
                    <a:pt x="84868" y="18955"/>
                    <a:pt x="65913" y="0"/>
                    <a:pt x="42386" y="0"/>
                  </a:cubicBezTo>
                  <a:cubicBezTo>
                    <a:pt x="18955" y="0"/>
                    <a:pt x="0" y="18955"/>
                    <a:pt x="0" y="42386"/>
                  </a:cubicBezTo>
                  <a:cubicBezTo>
                    <a:pt x="0" y="65913"/>
                    <a:pt x="18955" y="84772"/>
                    <a:pt x="42386" y="8477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393764" y="6663690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247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383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549212" y="6666262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243"/>
                  </a:moveTo>
                  <a:cubicBezTo>
                    <a:pt x="86582" y="67151"/>
                    <a:pt x="67151" y="86582"/>
                    <a:pt x="43244" y="86582"/>
                  </a:cubicBezTo>
                  <a:cubicBezTo>
                    <a:pt x="19336" y="86582"/>
                    <a:pt x="0" y="67151"/>
                    <a:pt x="0" y="43243"/>
                  </a:cubicBezTo>
                  <a:cubicBezTo>
                    <a:pt x="0" y="19336"/>
                    <a:pt x="19336" y="0"/>
                    <a:pt x="43244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09708" y="6673977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245"/>
                    <a:pt x="55245" y="71152"/>
                    <a:pt x="35623" y="71152"/>
                  </a:cubicBezTo>
                  <a:cubicBezTo>
                    <a:pt x="15907" y="71152"/>
                    <a:pt x="0" y="55245"/>
                    <a:pt x="0" y="35528"/>
                  </a:cubicBezTo>
                  <a:cubicBezTo>
                    <a:pt x="0" y="15907"/>
                    <a:pt x="15907" y="0"/>
                    <a:pt x="35623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0156317" y="5373814"/>
            <a:ext cx="1397318" cy="877157"/>
            <a:chOff x="10156317" y="5373814"/>
            <a:chExt cx="1397318" cy="877157"/>
          </a:xfrm>
        </p:grpSpPr>
        <p:sp>
          <p:nvSpPr>
            <p:cNvPr id="59" name="Freeform 59"/>
            <p:cNvSpPr/>
            <p:nvPr/>
          </p:nvSpPr>
          <p:spPr>
            <a:xfrm>
              <a:off x="10156317" y="5373814"/>
              <a:ext cx="1397318" cy="877157"/>
            </a:xfrm>
            <a:custGeom>
              <a:avLst/>
              <a:gdLst/>
              <a:ahLst/>
              <a:cxnLst/>
              <a:rect l="l" t="t" r="r" b="b"/>
              <a:pathLst>
                <a:path w="1397318" h="877157">
                  <a:moveTo>
                    <a:pt x="1363123" y="224600"/>
                  </a:moveTo>
                  <a:lnTo>
                    <a:pt x="714851" y="3429"/>
                  </a:lnTo>
                  <a:cubicBezTo>
                    <a:pt x="704469" y="0"/>
                    <a:pt x="692849" y="0"/>
                    <a:pt x="682466" y="3429"/>
                  </a:cubicBezTo>
                  <a:lnTo>
                    <a:pt x="34195" y="224600"/>
                  </a:lnTo>
                  <a:cubicBezTo>
                    <a:pt x="13907" y="230981"/>
                    <a:pt x="0" y="250031"/>
                    <a:pt x="0" y="272034"/>
                  </a:cubicBezTo>
                  <a:cubicBezTo>
                    <a:pt x="0" y="293370"/>
                    <a:pt x="13907" y="312420"/>
                    <a:pt x="34195" y="319373"/>
                  </a:cubicBezTo>
                  <a:lnTo>
                    <a:pt x="286321" y="404812"/>
                  </a:lnTo>
                  <a:lnTo>
                    <a:pt x="286321" y="665798"/>
                  </a:lnTo>
                  <a:cubicBezTo>
                    <a:pt x="286321" y="677990"/>
                    <a:pt x="290893" y="690086"/>
                    <a:pt x="298990" y="699326"/>
                  </a:cubicBezTo>
                  <a:cubicBezTo>
                    <a:pt x="401955" y="811911"/>
                    <a:pt x="548831" y="877157"/>
                    <a:pt x="701516" y="877157"/>
                  </a:cubicBezTo>
                  <a:cubicBezTo>
                    <a:pt x="853059" y="877157"/>
                    <a:pt x="993648" y="816578"/>
                    <a:pt x="1097661" y="706279"/>
                  </a:cubicBezTo>
                  <a:cubicBezTo>
                    <a:pt x="1106424" y="697040"/>
                    <a:pt x="1110996" y="684848"/>
                    <a:pt x="1110996" y="672179"/>
                  </a:cubicBezTo>
                  <a:lnTo>
                    <a:pt x="1110996" y="405384"/>
                  </a:lnTo>
                  <a:lnTo>
                    <a:pt x="1215104" y="369570"/>
                  </a:lnTo>
                  <a:lnTo>
                    <a:pt x="1215104" y="495491"/>
                  </a:lnTo>
                  <a:cubicBezTo>
                    <a:pt x="1203579" y="504730"/>
                    <a:pt x="1196054" y="518541"/>
                    <a:pt x="1196054" y="534734"/>
                  </a:cubicBezTo>
                  <a:lnTo>
                    <a:pt x="1196054" y="657130"/>
                  </a:lnTo>
                  <a:cubicBezTo>
                    <a:pt x="1196054" y="684276"/>
                    <a:pt x="1218533" y="706850"/>
                    <a:pt x="1246346" y="706850"/>
                  </a:cubicBezTo>
                  <a:cubicBezTo>
                    <a:pt x="1274064" y="706850"/>
                    <a:pt x="1296067" y="684276"/>
                    <a:pt x="1296067" y="657130"/>
                  </a:cubicBezTo>
                  <a:lnTo>
                    <a:pt x="1296067" y="534734"/>
                  </a:lnTo>
                  <a:cubicBezTo>
                    <a:pt x="1296067" y="518541"/>
                    <a:pt x="1288542" y="504730"/>
                    <a:pt x="1277017" y="495491"/>
                  </a:cubicBezTo>
                  <a:lnTo>
                    <a:pt x="1277017" y="348806"/>
                  </a:lnTo>
                  <a:lnTo>
                    <a:pt x="1363123" y="319373"/>
                  </a:lnTo>
                  <a:cubicBezTo>
                    <a:pt x="1383982" y="312420"/>
                    <a:pt x="1397318" y="293370"/>
                    <a:pt x="1397318" y="272034"/>
                  </a:cubicBezTo>
                  <a:cubicBezTo>
                    <a:pt x="1397318" y="250031"/>
                    <a:pt x="1383411" y="230981"/>
                    <a:pt x="1363123" y="224600"/>
                  </a:cubicBezTo>
                  <a:close/>
                  <a:moveTo>
                    <a:pt x="1010984" y="651415"/>
                  </a:moveTo>
                  <a:cubicBezTo>
                    <a:pt x="927640" y="732187"/>
                    <a:pt x="818388" y="776669"/>
                    <a:pt x="701516" y="776669"/>
                  </a:cubicBezTo>
                  <a:cubicBezTo>
                    <a:pt x="583597" y="776669"/>
                    <a:pt x="469678" y="729329"/>
                    <a:pt x="386334" y="645605"/>
                  </a:cubicBezTo>
                  <a:lnTo>
                    <a:pt x="386334" y="438912"/>
                  </a:lnTo>
                  <a:lnTo>
                    <a:pt x="684181" y="539972"/>
                  </a:lnTo>
                  <a:cubicBezTo>
                    <a:pt x="689420" y="541687"/>
                    <a:pt x="694658" y="542258"/>
                    <a:pt x="700373" y="542258"/>
                  </a:cubicBezTo>
                  <a:cubicBezTo>
                    <a:pt x="705612" y="542258"/>
                    <a:pt x="710851" y="541687"/>
                    <a:pt x="716566" y="539972"/>
                  </a:cubicBezTo>
                  <a:lnTo>
                    <a:pt x="1010984" y="439484"/>
                  </a:lnTo>
                  <a:lnTo>
                    <a:pt x="1010984" y="651415"/>
                  </a:lnTo>
                  <a:close/>
                  <a:moveTo>
                    <a:pt x="699802" y="439484"/>
                  </a:moveTo>
                  <a:lnTo>
                    <a:pt x="205931" y="271367"/>
                  </a:lnTo>
                  <a:lnTo>
                    <a:pt x="698659" y="103918"/>
                  </a:lnTo>
                  <a:lnTo>
                    <a:pt x="1191959" y="272034"/>
                  </a:lnTo>
                  <a:lnTo>
                    <a:pt x="699802" y="439484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869758" y="2076926"/>
            <a:ext cx="4953000" cy="1889760"/>
            <a:chOff x="1869758" y="2076926"/>
            <a:chExt cx="4953000" cy="1889760"/>
          </a:xfrm>
        </p:grpSpPr>
        <p:sp>
          <p:nvSpPr>
            <p:cNvPr id="61" name="Rectangle 61"/>
            <p:cNvSpPr/>
            <p:nvPr/>
          </p:nvSpPr>
          <p:spPr>
            <a:xfrm>
              <a:off x="3455575" y="2275046"/>
              <a:ext cx="1781270" cy="15696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869758" y="2076926"/>
              <a:ext cx="4953000" cy="1889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9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03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869758" y="3659981"/>
            <a:ext cx="4953000" cy="369380"/>
            <a:chOff x="1869758" y="3659981"/>
            <a:chExt cx="4953000" cy="369380"/>
          </a:xfrm>
        </p:grpSpPr>
        <p:sp>
          <p:nvSpPr>
            <p:cNvPr id="64" name="Rectangle 64"/>
            <p:cNvSpPr/>
            <p:nvPr/>
          </p:nvSpPr>
          <p:spPr>
            <a:xfrm>
              <a:off x="3534156" y="3659981"/>
              <a:ext cx="1624108" cy="36938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869758" y="3659981"/>
              <a:ext cx="4953000" cy="354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PART THREE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886831" y="2482120"/>
            <a:ext cx="5044440" cy="866204"/>
            <a:chOff x="5886831" y="2482120"/>
            <a:chExt cx="5044440" cy="866204"/>
          </a:xfrm>
        </p:grpSpPr>
        <p:sp>
          <p:nvSpPr>
            <p:cNvPr id="67" name="Rectangle 67"/>
            <p:cNvSpPr/>
            <p:nvPr/>
          </p:nvSpPr>
          <p:spPr>
            <a:xfrm>
              <a:off x="5886831" y="2548128"/>
              <a:ext cx="2595562" cy="7694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78271" y="2482120"/>
              <a:ext cx="4953000" cy="8662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4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材料与方法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950363" y="3429000"/>
            <a:ext cx="5044440" cy="338518"/>
            <a:chOff x="5950363" y="3429000"/>
            <a:chExt cx="5044440" cy="338518"/>
          </a:xfrm>
        </p:grpSpPr>
        <p:sp>
          <p:nvSpPr>
            <p:cNvPr id="70" name="Rectangle 70"/>
            <p:cNvSpPr/>
            <p:nvPr/>
          </p:nvSpPr>
          <p:spPr>
            <a:xfrm>
              <a:off x="5950363" y="3429000"/>
              <a:ext cx="2666905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041803" y="3434048"/>
              <a:ext cx="4953000" cy="314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00" dirty="0">
                  <a:solidFill>
                    <a:srgbClr val="FFFFFF"/>
                  </a:solidFill>
                  <a:latin typeface="微软雅黑 Light"/>
                  <a:ea typeface="Microsoft YaHei"/>
                  <a:cs typeface="微软雅黑 Light"/>
                </a:rPr>
                <a:t>Materials and Methods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19310" y="400050"/>
            <a:ext cx="1685530" cy="304800"/>
            <a:chOff x="519310" y="400050"/>
            <a:chExt cx="1685530" cy="304800"/>
          </a:xfrm>
        </p:grpSpPr>
        <p:pic>
          <p:nvPicPr>
            <p:cNvPr id="73" name="Image 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10" y="400050"/>
              <a:ext cx="1685530" cy="3048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32" grpId="0"/>
      <p:bldP spid="58" grpId="0"/>
      <p:bldP spid="60" grpId="0"/>
      <p:bldP spid="63" grpId="0"/>
      <p:bldP spid="66" grpId="0"/>
      <p:bldP spid="69" grpId="0"/>
      <p:bldP spid="72" grpId="0"/>
      <p:bldP spid="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13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3173158"/>
              <a:ext cx="2772251" cy="781051"/>
              <a:chOff x="0" y="3173158"/>
              <a:chExt cx="2772251" cy="781051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3173158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3796189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3340703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3173158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材料与方法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研究设计流程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研究设计通过个案、访谈、互证与事实厘清形成解释路径。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952750" y="2000250"/>
            <a:ext cx="9003493" cy="4191000"/>
            <a:chOff x="2952750" y="2000250"/>
            <a:chExt cx="9003493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2952750" y="2114550"/>
              <a:ext cx="9003493" cy="3238500"/>
              <a:chOff x="2952750" y="2114550"/>
              <a:chExt cx="9003493" cy="3238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114550"/>
                <a:ext cx="4112436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142875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1352550"/>
                    </a:lnTo>
                    <a:cubicBezTo>
                      <a:pt x="4112436" y="1394634"/>
                      <a:pt x="4084110" y="1428750"/>
                      <a:pt x="4049168" y="1428750"/>
                    </a:cubicBezTo>
                    <a:lnTo>
                      <a:pt x="63268" y="1428750"/>
                    </a:lnTo>
                    <a:cubicBezTo>
                      <a:pt x="28326" y="1428750"/>
                      <a:pt x="0" y="1394634"/>
                      <a:pt x="0" y="13525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8B0012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3087195" y="2345462"/>
                <a:ext cx="395427" cy="395427"/>
              </a:xfrm>
              <a:prstGeom prst="ellipse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3150988" y="2479929"/>
                <a:ext cx="267841" cy="280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8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597788" y="235073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确定个案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602170" y="2730875"/>
                <a:ext cx="3798760" cy="2383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7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目的性抽样，聚焦上海某高校一名研究生换导师事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602170" y="2932424"/>
                <a:ext cx="372428" cy="2383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7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件。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7508064" y="2114550"/>
                <a:ext cx="4112436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142875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1352550"/>
                    </a:lnTo>
                    <a:cubicBezTo>
                      <a:pt x="4112436" y="1394634"/>
                      <a:pt x="4084110" y="1428750"/>
                      <a:pt x="4049168" y="1428750"/>
                    </a:cubicBezTo>
                    <a:lnTo>
                      <a:pt x="63268" y="1428750"/>
                    </a:lnTo>
                    <a:cubicBezTo>
                      <a:pt x="28326" y="1428750"/>
                      <a:pt x="0" y="1394634"/>
                      <a:pt x="0" y="13525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8B0012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7642509" y="2345462"/>
                <a:ext cx="395427" cy="395427"/>
              </a:xfrm>
              <a:prstGeom prst="ellipse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706302" y="2479929"/>
                <a:ext cx="267841" cy="280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8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153102" y="235073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深度访谈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157483" y="2730875"/>
                <a:ext cx="3798760" cy="2383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7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围绕事件起因、过程、结果访谈当事人及相关人。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2952750" y="3924300"/>
                <a:ext cx="4112436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142875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1352550"/>
                    </a:lnTo>
                    <a:cubicBezTo>
                      <a:pt x="4112436" y="1394634"/>
                      <a:pt x="4084110" y="1428750"/>
                      <a:pt x="4049168" y="1428750"/>
                    </a:cubicBezTo>
                    <a:lnTo>
                      <a:pt x="63268" y="1428750"/>
                    </a:lnTo>
                    <a:cubicBezTo>
                      <a:pt x="28326" y="1428750"/>
                      <a:pt x="0" y="1394634"/>
                      <a:pt x="0" y="13525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8B0012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3087195" y="4155212"/>
                <a:ext cx="395427" cy="395427"/>
              </a:xfrm>
              <a:prstGeom prst="ellipse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3150988" y="4289679"/>
                <a:ext cx="267841" cy="280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8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597788" y="41604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三角互证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602170" y="4540625"/>
                <a:ext cx="3490391" cy="2383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7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用A、B、C、Z等多源材料互相校验关键事实。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7508064" y="3924300"/>
                <a:ext cx="4112436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142875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1352550"/>
                    </a:lnTo>
                    <a:cubicBezTo>
                      <a:pt x="4112436" y="1394634"/>
                      <a:pt x="4084110" y="1428750"/>
                      <a:pt x="4049168" y="1428750"/>
                    </a:cubicBezTo>
                    <a:lnTo>
                      <a:pt x="63268" y="1428750"/>
                    </a:lnTo>
                    <a:cubicBezTo>
                      <a:pt x="28326" y="1428750"/>
                      <a:pt x="0" y="1394634"/>
                      <a:pt x="0" y="13525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8B0012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7642509" y="4155212"/>
                <a:ext cx="395427" cy="395427"/>
              </a:xfrm>
              <a:prstGeom prst="ellipse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706302" y="4289679"/>
                <a:ext cx="267841" cy="280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8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53102" y="41604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事实厘清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157483" y="4540625"/>
                <a:ext cx="3627444" cy="2383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7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在情景还原基础上分析主观、互动和制度因素。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61" name="Image 6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60" grpId="0"/>
      <p:bldP spid="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14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3173158"/>
              <a:ext cx="2772251" cy="781051"/>
              <a:chOff x="0" y="3173158"/>
              <a:chExt cx="2772251" cy="781051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3173158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3796189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3340703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3173158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材料与方法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资料互证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多源访谈材料让个人叙述、旁观证据与后续关系相互校验。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2952750" y="2114550"/>
              <a:ext cx="8667750" cy="3524250"/>
              <a:chOff x="2952750" y="2114550"/>
              <a:chExt cx="8667750" cy="3524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114550"/>
                <a:ext cx="8667750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8667750" h="971550">
                    <a:moveTo>
                      <a:pt x="63268" y="0"/>
                    </a:moveTo>
                    <a:lnTo>
                      <a:pt x="8604482" y="0"/>
                    </a:lnTo>
                    <a:cubicBezTo>
                      <a:pt x="8639424" y="0"/>
                      <a:pt x="8667750" y="34116"/>
                      <a:pt x="8667750" y="76200"/>
                    </a:cubicBezTo>
                    <a:lnTo>
                      <a:pt x="8667750" y="895350"/>
                    </a:lnTo>
                    <a:cubicBezTo>
                      <a:pt x="8667750" y="937434"/>
                      <a:pt x="8639424" y="971550"/>
                      <a:pt x="8604482" y="971550"/>
                    </a:cubicBezTo>
                    <a:lnTo>
                      <a:pt x="63268" y="971550"/>
                    </a:lnTo>
                    <a:cubicBezTo>
                      <a:pt x="28326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8B0012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2952750" y="2114550"/>
                <a:ext cx="727585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727585" h="971550">
                    <a:moveTo>
                      <a:pt x="63268" y="0"/>
                    </a:moveTo>
                    <a:lnTo>
                      <a:pt x="664317" y="0"/>
                    </a:lnTo>
                    <a:cubicBezTo>
                      <a:pt x="699259" y="0"/>
                      <a:pt x="727585" y="34116"/>
                      <a:pt x="727585" y="76200"/>
                    </a:cubicBezTo>
                    <a:lnTo>
                      <a:pt x="727585" y="895350"/>
                    </a:lnTo>
                    <a:cubicBezTo>
                      <a:pt x="727585" y="937434"/>
                      <a:pt x="699259" y="971550"/>
                      <a:pt x="664317" y="971550"/>
                    </a:cubicBezTo>
                    <a:lnTo>
                      <a:pt x="63268" y="971550"/>
                    </a:lnTo>
                    <a:cubicBezTo>
                      <a:pt x="28326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0">
                <a:solidFill>
                  <a:srgbClr val="8B0012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3115662" y="2481644"/>
                <a:ext cx="401762" cy="420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070" b="1" dirty="0">
                    <a:solidFill>
                      <a:srgbClr val="8B0012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929070" y="2324233"/>
                <a:ext cx="1257162" cy="3224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7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当事人叙述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933452" y="2694851"/>
                <a:ext cx="448477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2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A同学提供事件体验、动机变化、与前任导师互动细节。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2952750" y="3390900"/>
                <a:ext cx="8667750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8667750" h="971550">
                    <a:moveTo>
                      <a:pt x="63268" y="0"/>
                    </a:moveTo>
                    <a:lnTo>
                      <a:pt x="8604482" y="0"/>
                    </a:lnTo>
                    <a:cubicBezTo>
                      <a:pt x="8639424" y="0"/>
                      <a:pt x="8667750" y="34116"/>
                      <a:pt x="8667750" y="76200"/>
                    </a:cubicBezTo>
                    <a:lnTo>
                      <a:pt x="8667750" y="895350"/>
                    </a:lnTo>
                    <a:cubicBezTo>
                      <a:pt x="8667750" y="937434"/>
                      <a:pt x="8639424" y="971550"/>
                      <a:pt x="8604482" y="971550"/>
                    </a:cubicBezTo>
                    <a:lnTo>
                      <a:pt x="63268" y="971550"/>
                    </a:lnTo>
                    <a:cubicBezTo>
                      <a:pt x="28326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8B0012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2952750" y="3390900"/>
                <a:ext cx="727585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727585" h="971550">
                    <a:moveTo>
                      <a:pt x="63268" y="0"/>
                    </a:moveTo>
                    <a:lnTo>
                      <a:pt x="664317" y="0"/>
                    </a:lnTo>
                    <a:cubicBezTo>
                      <a:pt x="699259" y="0"/>
                      <a:pt x="727585" y="34116"/>
                      <a:pt x="727585" y="76200"/>
                    </a:cubicBezTo>
                    <a:lnTo>
                      <a:pt x="727585" y="895350"/>
                    </a:lnTo>
                    <a:cubicBezTo>
                      <a:pt x="727585" y="937434"/>
                      <a:pt x="699259" y="971550"/>
                      <a:pt x="664317" y="971550"/>
                    </a:cubicBezTo>
                    <a:lnTo>
                      <a:pt x="63268" y="971550"/>
                    </a:lnTo>
                    <a:cubicBezTo>
                      <a:pt x="28326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0">
                <a:solidFill>
                  <a:srgbClr val="8B0012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3115662" y="3757994"/>
                <a:ext cx="401762" cy="420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070" b="1" dirty="0">
                    <a:solidFill>
                      <a:srgbClr val="8B0012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929070" y="3600583"/>
                <a:ext cx="1257162" cy="3224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7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旁观者证据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933452" y="3971201"/>
                <a:ext cx="385896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2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B同学、C同学从生活和师门经验补足事件情境。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2952750" y="4667250"/>
                <a:ext cx="8667750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8667750" h="971550">
                    <a:moveTo>
                      <a:pt x="63268" y="0"/>
                    </a:moveTo>
                    <a:lnTo>
                      <a:pt x="8604482" y="0"/>
                    </a:lnTo>
                    <a:cubicBezTo>
                      <a:pt x="8639424" y="0"/>
                      <a:pt x="8667750" y="34116"/>
                      <a:pt x="8667750" y="76200"/>
                    </a:cubicBezTo>
                    <a:lnTo>
                      <a:pt x="8667750" y="895350"/>
                    </a:lnTo>
                    <a:cubicBezTo>
                      <a:pt x="8667750" y="937434"/>
                      <a:pt x="8639424" y="971550"/>
                      <a:pt x="8604482" y="971550"/>
                    </a:cubicBezTo>
                    <a:lnTo>
                      <a:pt x="63268" y="971550"/>
                    </a:lnTo>
                    <a:cubicBezTo>
                      <a:pt x="28326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8B0012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2952750" y="4667250"/>
                <a:ext cx="727585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727585" h="971550">
                    <a:moveTo>
                      <a:pt x="63268" y="0"/>
                    </a:moveTo>
                    <a:lnTo>
                      <a:pt x="664317" y="0"/>
                    </a:lnTo>
                    <a:cubicBezTo>
                      <a:pt x="699259" y="0"/>
                      <a:pt x="727585" y="34116"/>
                      <a:pt x="727585" y="76200"/>
                    </a:cubicBezTo>
                    <a:lnTo>
                      <a:pt x="727585" y="895350"/>
                    </a:lnTo>
                    <a:cubicBezTo>
                      <a:pt x="727585" y="937434"/>
                      <a:pt x="699259" y="971550"/>
                      <a:pt x="664317" y="971550"/>
                    </a:cubicBezTo>
                    <a:lnTo>
                      <a:pt x="63268" y="971550"/>
                    </a:lnTo>
                    <a:cubicBezTo>
                      <a:pt x="28326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0">
                <a:solidFill>
                  <a:srgbClr val="8B0012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3115662" y="5034344"/>
                <a:ext cx="401762" cy="420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070" b="1" dirty="0">
                    <a:solidFill>
                      <a:srgbClr val="8B0012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929070" y="4876933"/>
                <a:ext cx="1500532" cy="3224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7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后续关系视角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933452" y="5247551"/>
                <a:ext cx="4121984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2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Z导师提供更换导师后的学术指导与信任形成线索。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54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15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3173158"/>
              <a:ext cx="2772251" cy="781051"/>
              <a:chOff x="0" y="3173158"/>
              <a:chExt cx="2772251" cy="781051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3173158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3796189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3340703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3173158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材料与方法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效度伦理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效度与伦理控制保证结论不被单一叙述或单一归因支配。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3095104" y="2095500"/>
              <a:ext cx="8351408" cy="2895600"/>
              <a:chOff x="3095104" y="2095500"/>
              <a:chExt cx="8351408" cy="28956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3095104" y="218122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00725" y="209550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采用多主体访谈进行资料交叉验证，避免只由单一叙述决定结论。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095104" y="292417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300725" y="283845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访谈前说明研究主题与匿名保护，尊重受访者是否接受访问。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3095104" y="366712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3300725" y="358140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前任导师Y不愿参与研究，论文出于伦理考虑尊重其决定。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3095104" y="4410075"/>
                <a:ext cx="94902" cy="114300"/>
              </a:xfrm>
              <a:prstGeom prst="roundRect">
                <a:avLst>
                  <a:gd name="adj" fmla="val 16667"/>
                </a:avLst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3300725" y="4324350"/>
                <a:ext cx="814578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8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将个体经验放回具体情境中解释，避免把复杂关系归因为单一人格问题。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7" grpId="0"/>
      <p:bldP spid="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16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3173158"/>
              <a:ext cx="2772251" cy="781051"/>
              <a:chOff x="0" y="3173158"/>
              <a:chExt cx="2772251" cy="781051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3173158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3796189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3340703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3173158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材料与方法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分析框架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分析框架把叙事材料转化为过程复原与机制解释。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2952750" y="2000250"/>
            <a:ext cx="8900709" cy="4191000"/>
            <a:chOff x="2952750" y="2000250"/>
            <a:chExt cx="8900709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2952750" y="2000250"/>
              <a:ext cx="8900709" cy="3152775"/>
              <a:chOff x="2952750" y="2000250"/>
              <a:chExt cx="8900709" cy="3152775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000250"/>
                <a:ext cx="4112436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1028700">
                    <a:moveTo>
                      <a:pt x="55360" y="0"/>
                    </a:moveTo>
                    <a:lnTo>
                      <a:pt x="4057076" y="0"/>
                    </a:lnTo>
                    <a:cubicBezTo>
                      <a:pt x="4087650" y="0"/>
                      <a:pt x="4112436" y="29851"/>
                      <a:pt x="4112436" y="66675"/>
                    </a:cubicBezTo>
                    <a:lnTo>
                      <a:pt x="4112436" y="962025"/>
                    </a:lnTo>
                    <a:cubicBezTo>
                      <a:pt x="4112436" y="998849"/>
                      <a:pt x="4087650" y="1028700"/>
                      <a:pt x="4057076" y="1028700"/>
                    </a:cubicBezTo>
                    <a:lnTo>
                      <a:pt x="55360" y="1028700"/>
                    </a:lnTo>
                    <a:cubicBezTo>
                      <a:pt x="24786" y="1028700"/>
                      <a:pt x="0" y="998849"/>
                      <a:pt x="0" y="962025"/>
                    </a:cubicBezTo>
                    <a:lnTo>
                      <a:pt x="0" y="66675"/>
                    </a:lnTo>
                    <a:cubicBezTo>
                      <a:pt x="0" y="29851"/>
                      <a:pt x="24786" y="0"/>
                      <a:pt x="553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8B0012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107459" y="216023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纵向过程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112279" y="2525049"/>
                <a:ext cx="4185866" cy="23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3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第二章按时间线复原入师门、写论文、换导师三个阶段。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7508064" y="2000250"/>
                <a:ext cx="4112436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1028700">
                    <a:moveTo>
                      <a:pt x="55360" y="0"/>
                    </a:moveTo>
                    <a:lnTo>
                      <a:pt x="4057076" y="0"/>
                    </a:lnTo>
                    <a:cubicBezTo>
                      <a:pt x="4087650" y="0"/>
                      <a:pt x="4112436" y="29851"/>
                      <a:pt x="4112436" y="66675"/>
                    </a:cubicBezTo>
                    <a:lnTo>
                      <a:pt x="4112436" y="962025"/>
                    </a:lnTo>
                    <a:cubicBezTo>
                      <a:pt x="4112436" y="998849"/>
                      <a:pt x="4087650" y="1028700"/>
                      <a:pt x="4057076" y="1028700"/>
                    </a:cubicBezTo>
                    <a:lnTo>
                      <a:pt x="55360" y="1028700"/>
                    </a:lnTo>
                    <a:cubicBezTo>
                      <a:pt x="24786" y="1028700"/>
                      <a:pt x="0" y="998849"/>
                      <a:pt x="0" y="962025"/>
                    </a:cubicBezTo>
                    <a:lnTo>
                      <a:pt x="0" y="66675"/>
                    </a:lnTo>
                    <a:cubicBezTo>
                      <a:pt x="0" y="29851"/>
                      <a:pt x="24786" y="0"/>
                      <a:pt x="553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8B0012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62773" y="216023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横向机制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667593" y="2525049"/>
                <a:ext cx="4185866" cy="23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3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第三、四章分别厘清关系机制与导师制层面的制度反思。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3174189" y="3400425"/>
                <a:ext cx="8224872" cy="1752600"/>
              </a:xfrm>
              <a:custGeom>
                <a:avLst/>
                <a:gdLst/>
                <a:ahLst/>
                <a:cxnLst/>
                <a:rect l="l" t="t" r="r" b="b"/>
                <a:pathLst>
                  <a:path w="8224872" h="1752600">
                    <a:moveTo>
                      <a:pt x="39543" y="0"/>
                    </a:moveTo>
                    <a:lnTo>
                      <a:pt x="8185329" y="0"/>
                    </a:lnTo>
                    <a:cubicBezTo>
                      <a:pt x="8207168" y="0"/>
                      <a:pt x="8224872" y="21322"/>
                      <a:pt x="8224872" y="47625"/>
                    </a:cubicBezTo>
                    <a:lnTo>
                      <a:pt x="8224872" y="1704975"/>
                    </a:lnTo>
                    <a:cubicBezTo>
                      <a:pt x="8224872" y="1731278"/>
                      <a:pt x="8207168" y="1752600"/>
                      <a:pt x="8185329" y="1752600"/>
                    </a:cubicBezTo>
                    <a:lnTo>
                      <a:pt x="39543" y="1752600"/>
                    </a:lnTo>
                    <a:cubicBezTo>
                      <a:pt x="17704" y="1752600"/>
                      <a:pt x="0" y="1731278"/>
                      <a:pt x="0" y="1704975"/>
                    </a:cubicBezTo>
                    <a:lnTo>
                      <a:pt x="0" y="47625"/>
                    </a:lnTo>
                    <a:cubicBezTo>
                      <a:pt x="0" y="21322"/>
                      <a:pt x="17704" y="0"/>
                      <a:pt x="395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">
                <a:solidFill>
                  <a:srgbClr val="8B0012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3174189" y="3400425"/>
                <a:ext cx="8224872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8224872" h="438150">
                    <a:moveTo>
                      <a:pt x="39543" y="0"/>
                    </a:moveTo>
                    <a:lnTo>
                      <a:pt x="8185329" y="0"/>
                    </a:lnTo>
                    <a:cubicBezTo>
                      <a:pt x="8207168" y="0"/>
                      <a:pt x="8224872" y="21322"/>
                      <a:pt x="8224872" y="47625"/>
                    </a:cubicBezTo>
                    <a:lnTo>
                      <a:pt x="8224872" y="390525"/>
                    </a:lnTo>
                    <a:cubicBezTo>
                      <a:pt x="8224872" y="416828"/>
                      <a:pt x="8207168" y="438150"/>
                      <a:pt x="8185329" y="438150"/>
                    </a:cubicBezTo>
                    <a:lnTo>
                      <a:pt x="39543" y="438150"/>
                    </a:lnTo>
                    <a:cubicBezTo>
                      <a:pt x="17704" y="438150"/>
                      <a:pt x="0" y="416828"/>
                      <a:pt x="0" y="390525"/>
                    </a:cubicBezTo>
                    <a:lnTo>
                      <a:pt x="0" y="47625"/>
                    </a:lnTo>
                    <a:cubicBezTo>
                      <a:pt x="0" y="21322"/>
                      <a:pt x="17704" y="0"/>
                      <a:pt x="39543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0">
                <a:solidFill>
                  <a:srgbClr val="8B0012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5304372" y="3400425"/>
                <a:ext cx="9525" cy="1752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2600">
                    <a:moveTo>
                      <a:pt x="0" y="0"/>
                    </a:moveTo>
                    <a:lnTo>
                      <a:pt x="0" y="1752600"/>
                    </a:lnTo>
                  </a:path>
                </a:pathLst>
              </a:custGeom>
              <a:noFill/>
              <a:ln w="8572">
                <a:solidFill>
                  <a:srgbClr val="8B0012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8026272" y="3400425"/>
                <a:ext cx="9525" cy="1752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2600">
                    <a:moveTo>
                      <a:pt x="0" y="0"/>
                    </a:moveTo>
                    <a:lnTo>
                      <a:pt x="0" y="1752600"/>
                    </a:lnTo>
                  </a:path>
                </a:pathLst>
              </a:custGeom>
              <a:noFill/>
              <a:ln w="8572">
                <a:solidFill>
                  <a:srgbClr val="8B0012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3174189" y="3838575"/>
                <a:ext cx="822487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24872" h="9525">
                    <a:moveTo>
                      <a:pt x="0" y="0"/>
                    </a:moveTo>
                    <a:lnTo>
                      <a:pt x="8224872" y="0"/>
                    </a:lnTo>
                  </a:path>
                </a:pathLst>
              </a:custGeom>
              <a:noFill/>
              <a:ln w="8572">
                <a:solidFill>
                  <a:srgbClr val="8B0012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3174189" y="4276725"/>
                <a:ext cx="822487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24872" h="9525">
                    <a:moveTo>
                      <a:pt x="0" y="0"/>
                    </a:moveTo>
                    <a:lnTo>
                      <a:pt x="8224872" y="0"/>
                    </a:lnTo>
                  </a:path>
                </a:pathLst>
              </a:custGeom>
              <a:noFill/>
              <a:ln w="8572">
                <a:solidFill>
                  <a:srgbClr val="8B0012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3174189" y="4714875"/>
                <a:ext cx="822487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24872" h="9525">
                    <a:moveTo>
                      <a:pt x="0" y="0"/>
                    </a:moveTo>
                    <a:lnTo>
                      <a:pt x="8224872" y="0"/>
                    </a:lnTo>
                  </a:path>
                </a:pathLst>
              </a:custGeom>
              <a:noFill/>
              <a:ln w="8572">
                <a:solidFill>
                  <a:srgbClr val="8B001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3971308" y="3538423"/>
                <a:ext cx="535945" cy="224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04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材料层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312699" y="3538423"/>
                <a:ext cx="705246" cy="224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04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分析动作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529344" y="3538423"/>
                <a:ext cx="366644" cy="224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04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输出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240568" y="3968696"/>
                <a:ext cx="609905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访谈叙事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5370751" y="3968696"/>
                <a:ext cx="609905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情景还原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092651" y="3968696"/>
                <a:ext cx="609905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事件过程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3240568" y="4406846"/>
                <a:ext cx="609905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多方证据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5370751" y="4406846"/>
                <a:ext cx="609905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三角互证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092651" y="4406846"/>
                <a:ext cx="609905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事实厘清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3240568" y="4844996"/>
                <a:ext cx="982519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制度文本/文献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5370751" y="4844996"/>
                <a:ext cx="756028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导师制视角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092651" y="4844996"/>
                <a:ext cx="609905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反思框架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65" name="Image 6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64" grpId="0"/>
      <p:bldP spid="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1826038"/>
            <a:ext cx="12192000" cy="2467642"/>
            <a:chOff x="0" y="1826038"/>
            <a:chExt cx="12192000" cy="2467642"/>
          </a:xfrm>
        </p:grpSpPr>
        <p:sp>
          <p:nvSpPr>
            <p:cNvPr id="3" name="Rectangle 3"/>
            <p:cNvSpPr/>
            <p:nvPr/>
          </p:nvSpPr>
          <p:spPr>
            <a:xfrm>
              <a:off x="0" y="1826038"/>
              <a:ext cx="12192000" cy="246764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3126391" y="1908429"/>
            <a:ext cx="2229612" cy="2302764"/>
            <a:chOff x="3126391" y="1908429"/>
            <a:chExt cx="2229612" cy="2302764"/>
          </a:xfrm>
        </p:grpSpPr>
        <p:sp>
          <p:nvSpPr>
            <p:cNvPr id="5" name="Freeform 5"/>
            <p:cNvSpPr/>
            <p:nvPr/>
          </p:nvSpPr>
          <p:spPr>
            <a:xfrm>
              <a:off x="3126391" y="1908429"/>
              <a:ext cx="2229612" cy="2302764"/>
            </a:xfrm>
            <a:custGeom>
              <a:avLst/>
              <a:gdLst/>
              <a:ahLst/>
              <a:cxnLst/>
              <a:rect l="l" t="t" r="r" b="b"/>
              <a:pathLst>
                <a:path w="2229612" h="2302764">
                  <a:moveTo>
                    <a:pt x="1837944" y="605980"/>
                  </a:moveTo>
                  <a:cubicBezTo>
                    <a:pt x="1868043" y="632936"/>
                    <a:pt x="1913287" y="632936"/>
                    <a:pt x="1943386" y="605980"/>
                  </a:cubicBezTo>
                  <a:cubicBezTo>
                    <a:pt x="1973485" y="579120"/>
                    <a:pt x="1973485" y="538639"/>
                    <a:pt x="1943386" y="511778"/>
                  </a:cubicBezTo>
                  <a:cubicBezTo>
                    <a:pt x="1416082" y="40386"/>
                    <a:pt x="1416082" y="40386"/>
                    <a:pt x="1416082" y="40386"/>
                  </a:cubicBezTo>
                  <a:cubicBezTo>
                    <a:pt x="1401032" y="13525"/>
                    <a:pt x="1385983" y="0"/>
                    <a:pt x="1340834" y="0"/>
                  </a:cubicBezTo>
                  <a:cubicBezTo>
                    <a:pt x="1310640" y="13525"/>
                    <a:pt x="1295590" y="26956"/>
                    <a:pt x="1280541" y="40386"/>
                  </a:cubicBezTo>
                  <a:cubicBezTo>
                    <a:pt x="45244" y="1090803"/>
                    <a:pt x="45244" y="1090803"/>
                    <a:pt x="45244" y="1090803"/>
                  </a:cubicBezTo>
                  <a:cubicBezTo>
                    <a:pt x="30099" y="1104233"/>
                    <a:pt x="0" y="1117759"/>
                    <a:pt x="0" y="1144714"/>
                  </a:cubicBezTo>
                  <a:cubicBezTo>
                    <a:pt x="0" y="1185100"/>
                    <a:pt x="15049" y="1198531"/>
                    <a:pt x="45244" y="1212056"/>
                  </a:cubicBezTo>
                  <a:cubicBezTo>
                    <a:pt x="1280541" y="2262378"/>
                    <a:pt x="1280541" y="2262378"/>
                    <a:pt x="1280541" y="2262378"/>
                  </a:cubicBezTo>
                  <a:cubicBezTo>
                    <a:pt x="1310640" y="2289334"/>
                    <a:pt x="1310640" y="2302764"/>
                    <a:pt x="1340834" y="2302764"/>
                  </a:cubicBezTo>
                  <a:cubicBezTo>
                    <a:pt x="1385983" y="2302764"/>
                    <a:pt x="1401032" y="2289334"/>
                    <a:pt x="1416082" y="2262378"/>
                  </a:cubicBezTo>
                  <a:cubicBezTo>
                    <a:pt x="2184464" y="1629442"/>
                    <a:pt x="2184464" y="1629442"/>
                    <a:pt x="2184464" y="1629442"/>
                  </a:cubicBezTo>
                  <a:cubicBezTo>
                    <a:pt x="2199513" y="1616011"/>
                    <a:pt x="2229612" y="1602581"/>
                    <a:pt x="2229612" y="1562100"/>
                  </a:cubicBezTo>
                  <a:cubicBezTo>
                    <a:pt x="2229612" y="1535240"/>
                    <a:pt x="2214562" y="1521714"/>
                    <a:pt x="2184464" y="1508284"/>
                  </a:cubicBezTo>
                  <a:cubicBezTo>
                    <a:pt x="1416082" y="781050"/>
                    <a:pt x="1416082" y="781050"/>
                    <a:pt x="1416082" y="781050"/>
                  </a:cubicBezTo>
                  <a:cubicBezTo>
                    <a:pt x="1385983" y="767620"/>
                    <a:pt x="1370933" y="754190"/>
                    <a:pt x="1340834" y="754190"/>
                  </a:cubicBezTo>
                  <a:cubicBezTo>
                    <a:pt x="1310640" y="754190"/>
                    <a:pt x="1295590" y="767620"/>
                    <a:pt x="1265491" y="794575"/>
                  </a:cubicBezTo>
                  <a:cubicBezTo>
                    <a:pt x="813530" y="1171575"/>
                    <a:pt x="813530" y="1171575"/>
                    <a:pt x="813530" y="1171575"/>
                  </a:cubicBezTo>
                  <a:cubicBezTo>
                    <a:pt x="798481" y="1198531"/>
                    <a:pt x="783431" y="1212056"/>
                    <a:pt x="783431" y="1238917"/>
                  </a:cubicBezTo>
                  <a:cubicBezTo>
                    <a:pt x="783431" y="1252442"/>
                    <a:pt x="783431" y="1279303"/>
                    <a:pt x="798481" y="1279303"/>
                  </a:cubicBezTo>
                  <a:cubicBezTo>
                    <a:pt x="798481" y="1292828"/>
                    <a:pt x="798481" y="1292828"/>
                    <a:pt x="813530" y="1292828"/>
                  </a:cubicBezTo>
                  <a:cubicBezTo>
                    <a:pt x="1160050" y="1602581"/>
                    <a:pt x="1160050" y="1602581"/>
                    <a:pt x="1160050" y="1602581"/>
                  </a:cubicBezTo>
                  <a:cubicBezTo>
                    <a:pt x="1175099" y="1616011"/>
                    <a:pt x="1190149" y="1642967"/>
                    <a:pt x="1235297" y="1642967"/>
                  </a:cubicBezTo>
                  <a:cubicBezTo>
                    <a:pt x="1265491" y="1629442"/>
                    <a:pt x="1280541" y="1616011"/>
                    <a:pt x="1295590" y="1602581"/>
                  </a:cubicBezTo>
                  <a:cubicBezTo>
                    <a:pt x="1491424" y="1427512"/>
                    <a:pt x="1491424" y="1427512"/>
                    <a:pt x="1491424" y="1427512"/>
                  </a:cubicBezTo>
                  <a:cubicBezTo>
                    <a:pt x="1521619" y="1400556"/>
                    <a:pt x="1521619" y="1346644"/>
                    <a:pt x="1491424" y="1333214"/>
                  </a:cubicBezTo>
                  <a:cubicBezTo>
                    <a:pt x="1461325" y="1306258"/>
                    <a:pt x="1416082" y="1306258"/>
                    <a:pt x="1385983" y="1333214"/>
                  </a:cubicBezTo>
                  <a:cubicBezTo>
                    <a:pt x="1220248" y="1467898"/>
                    <a:pt x="1220248" y="1467898"/>
                    <a:pt x="1220248" y="1467898"/>
                  </a:cubicBezTo>
                  <a:cubicBezTo>
                    <a:pt x="964216" y="1238917"/>
                    <a:pt x="964216" y="1238917"/>
                    <a:pt x="964216" y="1238917"/>
                  </a:cubicBezTo>
                  <a:cubicBezTo>
                    <a:pt x="1340834" y="915733"/>
                    <a:pt x="1340834" y="915733"/>
                    <a:pt x="1340834" y="915733"/>
                  </a:cubicBezTo>
                  <a:cubicBezTo>
                    <a:pt x="2048828" y="1562100"/>
                    <a:pt x="2048828" y="1562100"/>
                    <a:pt x="2048828" y="1562100"/>
                  </a:cubicBezTo>
                  <a:cubicBezTo>
                    <a:pt x="1355884" y="2141220"/>
                    <a:pt x="1355884" y="2141220"/>
                    <a:pt x="1355884" y="2141220"/>
                  </a:cubicBezTo>
                  <a:cubicBezTo>
                    <a:pt x="195834" y="1158145"/>
                    <a:pt x="195834" y="1158145"/>
                    <a:pt x="195834" y="1158145"/>
                  </a:cubicBezTo>
                  <a:cubicBezTo>
                    <a:pt x="1355884" y="161639"/>
                    <a:pt x="1355884" y="161639"/>
                    <a:pt x="1355884" y="161639"/>
                  </a:cubicBezTo>
                  <a:cubicBezTo>
                    <a:pt x="1837944" y="605980"/>
                    <a:pt x="1837944" y="605980"/>
                    <a:pt x="1837944" y="605980"/>
                  </a:cubicBezTo>
                  <a:close/>
                </a:path>
              </a:pathLst>
            </a:custGeom>
            <a:solidFill>
              <a:srgbClr val="FBD7B3">
                <a:alpha val="50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398186" y="87916"/>
            <a:ext cx="702184" cy="702183"/>
            <a:chOff x="11398186" y="87916"/>
            <a:chExt cx="702184" cy="702183"/>
          </a:xfrm>
        </p:grpSpPr>
        <p:sp>
          <p:nvSpPr>
            <p:cNvPr id="7" name="Freeform 7"/>
            <p:cNvSpPr/>
            <p:nvPr/>
          </p:nvSpPr>
          <p:spPr>
            <a:xfrm>
              <a:off x="11409140" y="98870"/>
              <a:ext cx="67913" cy="67913"/>
            </a:xfrm>
            <a:custGeom>
              <a:avLst/>
              <a:gdLst/>
              <a:ahLst/>
              <a:cxnLst/>
              <a:rect l="l" t="t" r="r" b="b"/>
              <a:pathLst>
                <a:path w="67913" h="67913">
                  <a:moveTo>
                    <a:pt x="33909" y="67913"/>
                  </a:moveTo>
                  <a:cubicBezTo>
                    <a:pt x="52578" y="67913"/>
                    <a:pt x="67913" y="52768"/>
                    <a:pt x="67913" y="33909"/>
                  </a:cubicBezTo>
                  <a:cubicBezTo>
                    <a:pt x="67913" y="15240"/>
                    <a:pt x="52768" y="0"/>
                    <a:pt x="33909" y="0"/>
                  </a:cubicBezTo>
                  <a:cubicBezTo>
                    <a:pt x="15240" y="0"/>
                    <a:pt x="0" y="15145"/>
                    <a:pt x="0" y="33909"/>
                  </a:cubicBezTo>
                  <a:cubicBezTo>
                    <a:pt x="0" y="52768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1554396" y="91345"/>
              <a:ext cx="83153" cy="82963"/>
            </a:xfrm>
            <a:custGeom>
              <a:avLst/>
              <a:gdLst/>
              <a:ahLst/>
              <a:cxnLst/>
              <a:rect l="l" t="t" r="r" b="b"/>
              <a:pathLst>
                <a:path w="83153" h="82963">
                  <a:moveTo>
                    <a:pt x="41624" y="82963"/>
                  </a:moveTo>
                  <a:cubicBezTo>
                    <a:pt x="64579" y="82963"/>
                    <a:pt x="83153" y="64484"/>
                    <a:pt x="83153" y="41434"/>
                  </a:cubicBezTo>
                  <a:cubicBezTo>
                    <a:pt x="83153" y="18478"/>
                    <a:pt x="64579" y="0"/>
                    <a:pt x="41624" y="0"/>
                  </a:cubicBezTo>
                  <a:cubicBezTo>
                    <a:pt x="18669" y="0"/>
                    <a:pt x="95" y="18478"/>
                    <a:pt x="95" y="41434"/>
                  </a:cubicBezTo>
                  <a:cubicBezTo>
                    <a:pt x="0" y="64484"/>
                    <a:pt x="18669" y="82963"/>
                    <a:pt x="41624" y="8296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703844" y="87916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1859292" y="90392"/>
              <a:ext cx="84868" cy="84868"/>
            </a:xfrm>
            <a:custGeom>
              <a:avLst/>
              <a:gdLst/>
              <a:ahLst/>
              <a:cxnLst/>
              <a:rect l="l" t="t" r="r" b="b"/>
              <a:pathLst>
                <a:path w="84868" h="84868">
                  <a:moveTo>
                    <a:pt x="84868" y="42481"/>
                  </a:moveTo>
                  <a:cubicBezTo>
                    <a:pt x="84868" y="65818"/>
                    <a:pt x="65818" y="84868"/>
                    <a:pt x="42386" y="84868"/>
                  </a:cubicBezTo>
                  <a:cubicBezTo>
                    <a:pt x="19050" y="84868"/>
                    <a:pt x="0" y="65818"/>
                    <a:pt x="0" y="42481"/>
                  </a:cubicBezTo>
                  <a:cubicBezTo>
                    <a:pt x="0" y="19050"/>
                    <a:pt x="19050" y="0"/>
                    <a:pt x="42386" y="0"/>
                  </a:cubicBezTo>
                  <a:cubicBezTo>
                    <a:pt x="65818" y="0"/>
                    <a:pt x="84868" y="19050"/>
                    <a:pt x="84868" y="4248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019788" y="98298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1" y="69342"/>
                    <a:pt x="69437" y="53816"/>
                    <a:pt x="69437" y="34671"/>
                  </a:cubicBezTo>
                  <a:cubicBezTo>
                    <a:pt x="69437" y="15430"/>
                    <a:pt x="53911" y="0"/>
                    <a:pt x="34766" y="0"/>
                  </a:cubicBezTo>
                  <a:cubicBezTo>
                    <a:pt x="15526" y="0"/>
                    <a:pt x="0" y="15430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1401520" y="244221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574"/>
                    <a:pt x="18574" y="0"/>
                    <a:pt x="41529" y="0"/>
                  </a:cubicBezTo>
                  <a:cubicBezTo>
                    <a:pt x="64484" y="0"/>
                    <a:pt x="83058" y="18574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544300" y="234029"/>
              <a:ext cx="103441" cy="103442"/>
            </a:xfrm>
            <a:custGeom>
              <a:avLst/>
              <a:gdLst/>
              <a:ahLst/>
              <a:cxnLst/>
              <a:rect l="l" t="t" r="r" b="b"/>
              <a:pathLst>
                <a:path w="103441" h="103442">
                  <a:moveTo>
                    <a:pt x="51721" y="103442"/>
                  </a:moveTo>
                  <a:cubicBezTo>
                    <a:pt x="80201" y="103442"/>
                    <a:pt x="103441" y="80391"/>
                    <a:pt x="103441" y="51721"/>
                  </a:cubicBezTo>
                  <a:cubicBezTo>
                    <a:pt x="103441" y="23050"/>
                    <a:pt x="80296" y="0"/>
                    <a:pt x="51721" y="0"/>
                  </a:cubicBezTo>
                  <a:cubicBezTo>
                    <a:pt x="23146" y="0"/>
                    <a:pt x="0" y="23241"/>
                    <a:pt x="0" y="51721"/>
                  </a:cubicBezTo>
                  <a:cubicBezTo>
                    <a:pt x="0" y="80201"/>
                    <a:pt x="23051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1691556" y="228505"/>
              <a:ext cx="114490" cy="114490"/>
            </a:xfrm>
            <a:custGeom>
              <a:avLst/>
              <a:gdLst/>
              <a:ahLst/>
              <a:cxnLst/>
              <a:rect l="l" t="t" r="r" b="b"/>
              <a:pathLst>
                <a:path w="114490" h="114490">
                  <a:moveTo>
                    <a:pt x="114490" y="57245"/>
                  </a:moveTo>
                  <a:cubicBezTo>
                    <a:pt x="114490" y="88868"/>
                    <a:pt x="88868" y="114490"/>
                    <a:pt x="57245" y="114490"/>
                  </a:cubicBezTo>
                  <a:cubicBezTo>
                    <a:pt x="25622" y="114490"/>
                    <a:pt x="0" y="88868"/>
                    <a:pt x="0" y="57245"/>
                  </a:cubicBezTo>
                  <a:cubicBezTo>
                    <a:pt x="0" y="25622"/>
                    <a:pt x="25622" y="0"/>
                    <a:pt x="57245" y="0"/>
                  </a:cubicBezTo>
                  <a:cubicBezTo>
                    <a:pt x="88868" y="0"/>
                    <a:pt x="114490" y="25622"/>
                    <a:pt x="114490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1849100" y="233172"/>
              <a:ext cx="105251" cy="105156"/>
            </a:xfrm>
            <a:custGeom>
              <a:avLst/>
              <a:gdLst/>
              <a:ahLst/>
              <a:cxnLst/>
              <a:rect l="l" t="t" r="r" b="b"/>
              <a:pathLst>
                <a:path w="105251" h="105156">
                  <a:moveTo>
                    <a:pt x="105251" y="52578"/>
                  </a:moveTo>
                  <a:cubicBezTo>
                    <a:pt x="105251" y="81629"/>
                    <a:pt x="81724" y="105156"/>
                    <a:pt x="52578" y="105156"/>
                  </a:cubicBezTo>
                  <a:cubicBezTo>
                    <a:pt x="23527" y="105156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724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2012168" y="243364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84773" y="42386"/>
                  </a:moveTo>
                  <a:cubicBezTo>
                    <a:pt x="84773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1398186" y="39366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863" y="89821"/>
                  </a:moveTo>
                  <a:cubicBezTo>
                    <a:pt x="69723" y="89821"/>
                    <a:pt x="89821" y="69723"/>
                    <a:pt x="89821" y="44863"/>
                  </a:cubicBezTo>
                  <a:cubicBezTo>
                    <a:pt x="89821" y="20003"/>
                    <a:pt x="69723" y="0"/>
                    <a:pt x="44863" y="0"/>
                  </a:cubicBezTo>
                  <a:cubicBezTo>
                    <a:pt x="20002" y="0"/>
                    <a:pt x="0" y="20003"/>
                    <a:pt x="0" y="44863"/>
                  </a:cubicBezTo>
                  <a:cubicBezTo>
                    <a:pt x="0" y="69723"/>
                    <a:pt x="20098" y="89821"/>
                    <a:pt x="44863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538680" y="38128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1682698" y="372428"/>
              <a:ext cx="132207" cy="132207"/>
            </a:xfrm>
            <a:custGeom>
              <a:avLst/>
              <a:gdLst/>
              <a:ahLst/>
              <a:cxnLst/>
              <a:rect l="l" t="t" r="r" b="b"/>
              <a:pathLst>
                <a:path w="132207" h="132207">
                  <a:moveTo>
                    <a:pt x="132207" y="66103"/>
                  </a:moveTo>
                  <a:cubicBezTo>
                    <a:pt x="132207" y="102680"/>
                    <a:pt x="102584" y="132207"/>
                    <a:pt x="66104" y="132207"/>
                  </a:cubicBezTo>
                  <a:cubicBezTo>
                    <a:pt x="29623" y="132207"/>
                    <a:pt x="0" y="102680"/>
                    <a:pt x="0" y="66103"/>
                  </a:cubicBezTo>
                  <a:cubicBezTo>
                    <a:pt x="0" y="29623"/>
                    <a:pt x="29623" y="0"/>
                    <a:pt x="66104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1843671" y="380524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7" y="116110"/>
                    <a:pt x="58102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102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2008739" y="392716"/>
              <a:ext cx="91631" cy="91631"/>
            </a:xfrm>
            <a:custGeom>
              <a:avLst/>
              <a:gdLst/>
              <a:ahLst/>
              <a:cxnLst/>
              <a:rect l="l" t="t" r="r" b="b"/>
              <a:pathLst>
                <a:path w="91631" h="91631">
                  <a:moveTo>
                    <a:pt x="45815" y="91631"/>
                  </a:moveTo>
                  <a:cubicBezTo>
                    <a:pt x="71057" y="91631"/>
                    <a:pt x="91631" y="71247"/>
                    <a:pt x="91631" y="45815"/>
                  </a:cubicBezTo>
                  <a:cubicBezTo>
                    <a:pt x="91631" y="20574"/>
                    <a:pt x="71152" y="0"/>
                    <a:pt x="45815" y="0"/>
                  </a:cubicBezTo>
                  <a:cubicBezTo>
                    <a:pt x="20574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1400663" y="549116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543348" y="53873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673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673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673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1690795" y="533400"/>
              <a:ext cx="116014" cy="116110"/>
            </a:xfrm>
            <a:custGeom>
              <a:avLst/>
              <a:gdLst/>
              <a:ahLst/>
              <a:cxnLst/>
              <a:rect l="l" t="t" r="r" b="b"/>
              <a:pathLst>
                <a:path w="116014" h="116110">
                  <a:moveTo>
                    <a:pt x="116014" y="58103"/>
                  </a:moveTo>
                  <a:cubicBezTo>
                    <a:pt x="116014" y="90106"/>
                    <a:pt x="90011" y="116110"/>
                    <a:pt x="58007" y="116110"/>
                  </a:cubicBezTo>
                  <a:cubicBezTo>
                    <a:pt x="25908" y="116110"/>
                    <a:pt x="0" y="90106"/>
                    <a:pt x="0" y="58103"/>
                  </a:cubicBezTo>
                  <a:cubicBezTo>
                    <a:pt x="0" y="26003"/>
                    <a:pt x="25908" y="0"/>
                    <a:pt x="58007" y="0"/>
                  </a:cubicBezTo>
                  <a:cubicBezTo>
                    <a:pt x="90011" y="0"/>
                    <a:pt x="116014" y="26003"/>
                    <a:pt x="116014" y="58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1848243" y="538162"/>
              <a:ext cx="106871" cy="106680"/>
            </a:xfrm>
            <a:custGeom>
              <a:avLst/>
              <a:gdLst/>
              <a:ahLst/>
              <a:cxnLst/>
              <a:rect l="l" t="t" r="r" b="b"/>
              <a:pathLst>
                <a:path w="106871" h="106680">
                  <a:moveTo>
                    <a:pt x="53435" y="106680"/>
                  </a:moveTo>
                  <a:cubicBezTo>
                    <a:pt x="82963" y="106680"/>
                    <a:pt x="106871" y="82772"/>
                    <a:pt x="106871" y="53340"/>
                  </a:cubicBezTo>
                  <a:cubicBezTo>
                    <a:pt x="106871" y="23812"/>
                    <a:pt x="82867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4003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2011216" y="548164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7"/>
                    <a:pt x="67246" y="86582"/>
                    <a:pt x="43339" y="86582"/>
                  </a:cubicBezTo>
                  <a:cubicBezTo>
                    <a:pt x="19431" y="86582"/>
                    <a:pt x="0" y="67247"/>
                    <a:pt x="0" y="43339"/>
                  </a:cubicBezTo>
                  <a:cubicBezTo>
                    <a:pt x="0" y="19431"/>
                    <a:pt x="19431" y="0"/>
                    <a:pt x="43339" y="0"/>
                  </a:cubicBezTo>
                  <a:cubicBezTo>
                    <a:pt x="67246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1408378" y="709612"/>
              <a:ext cx="69342" cy="69342"/>
            </a:xfrm>
            <a:custGeom>
              <a:avLst/>
              <a:gdLst/>
              <a:ahLst/>
              <a:cxnLst/>
              <a:rect l="l" t="t" r="r" b="b"/>
              <a:pathLst>
                <a:path w="69342" h="69342">
                  <a:moveTo>
                    <a:pt x="69342" y="34671"/>
                  </a:moveTo>
                  <a:cubicBezTo>
                    <a:pt x="69342" y="53816"/>
                    <a:pt x="53816" y="69342"/>
                    <a:pt x="34671" y="69342"/>
                  </a:cubicBezTo>
                  <a:cubicBezTo>
                    <a:pt x="15526" y="69342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1553634" y="701897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42386" y="84773"/>
                  </a:moveTo>
                  <a:cubicBezTo>
                    <a:pt x="65818" y="84773"/>
                    <a:pt x="84773" y="65818"/>
                    <a:pt x="84773" y="42386"/>
                  </a:cubicBezTo>
                  <a:cubicBezTo>
                    <a:pt x="84773" y="18955"/>
                    <a:pt x="65818" y="0"/>
                    <a:pt x="42386" y="0"/>
                  </a:cubicBezTo>
                  <a:cubicBezTo>
                    <a:pt x="18860" y="0"/>
                    <a:pt x="0" y="18955"/>
                    <a:pt x="0" y="42386"/>
                  </a:cubicBezTo>
                  <a:cubicBezTo>
                    <a:pt x="0" y="65818"/>
                    <a:pt x="18860" y="84773"/>
                    <a:pt x="42386" y="847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1702986" y="698468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152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479" y="0"/>
                    <a:pt x="0" y="20479"/>
                    <a:pt x="0" y="45815"/>
                  </a:cubicBezTo>
                  <a:cubicBezTo>
                    <a:pt x="0" y="71152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1858434" y="701040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4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4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4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2018931" y="708755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150"/>
                    <a:pt x="55245" y="71152"/>
                    <a:pt x="35624" y="71152"/>
                  </a:cubicBezTo>
                  <a:cubicBezTo>
                    <a:pt x="15907" y="71152"/>
                    <a:pt x="0" y="55150"/>
                    <a:pt x="0" y="35528"/>
                  </a:cubicBezTo>
                  <a:cubicBezTo>
                    <a:pt x="0" y="15907"/>
                    <a:pt x="15907" y="0"/>
                    <a:pt x="35624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88868" y="6053138"/>
            <a:ext cx="702183" cy="702183"/>
            <a:chOff x="88868" y="6053138"/>
            <a:chExt cx="702183" cy="702183"/>
          </a:xfrm>
        </p:grpSpPr>
        <p:sp>
          <p:nvSpPr>
            <p:cNvPr id="33" name="Freeform 33"/>
            <p:cNvSpPr/>
            <p:nvPr/>
          </p:nvSpPr>
          <p:spPr>
            <a:xfrm>
              <a:off x="99917" y="6064091"/>
              <a:ext cx="67818" cy="67913"/>
            </a:xfrm>
            <a:custGeom>
              <a:avLst/>
              <a:gdLst/>
              <a:ahLst/>
              <a:cxnLst/>
              <a:rect l="l" t="t" r="r" b="b"/>
              <a:pathLst>
                <a:path w="67818" h="67913">
                  <a:moveTo>
                    <a:pt x="33909" y="67913"/>
                  </a:moveTo>
                  <a:cubicBezTo>
                    <a:pt x="52578" y="67913"/>
                    <a:pt x="67818" y="52769"/>
                    <a:pt x="67818" y="34004"/>
                  </a:cubicBezTo>
                  <a:cubicBezTo>
                    <a:pt x="67818" y="15335"/>
                    <a:pt x="52673" y="0"/>
                    <a:pt x="33909" y="0"/>
                  </a:cubicBezTo>
                  <a:cubicBezTo>
                    <a:pt x="15240" y="0"/>
                    <a:pt x="0" y="15145"/>
                    <a:pt x="0" y="34004"/>
                  </a:cubicBezTo>
                  <a:cubicBezTo>
                    <a:pt x="0" y="52769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245078" y="6056566"/>
              <a:ext cx="83153" cy="83058"/>
            </a:xfrm>
            <a:custGeom>
              <a:avLst/>
              <a:gdLst/>
              <a:ahLst/>
              <a:cxnLst/>
              <a:rect l="l" t="t" r="r" b="b"/>
              <a:pathLst>
                <a:path w="83153" h="83058">
                  <a:moveTo>
                    <a:pt x="41719" y="83058"/>
                  </a:moveTo>
                  <a:cubicBezTo>
                    <a:pt x="64675" y="83058"/>
                    <a:pt x="83153" y="64484"/>
                    <a:pt x="83153" y="41529"/>
                  </a:cubicBezTo>
                  <a:cubicBezTo>
                    <a:pt x="83153" y="18574"/>
                    <a:pt x="64675" y="0"/>
                    <a:pt x="41719" y="0"/>
                  </a:cubicBezTo>
                  <a:cubicBezTo>
                    <a:pt x="18669" y="0"/>
                    <a:pt x="190" y="18574"/>
                    <a:pt x="190" y="41529"/>
                  </a:cubicBezTo>
                  <a:cubicBezTo>
                    <a:pt x="0" y="64484"/>
                    <a:pt x="18669" y="83058"/>
                    <a:pt x="41719" y="8305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94621" y="605313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958" y="89821"/>
                  </a:moveTo>
                  <a:cubicBezTo>
                    <a:pt x="69818" y="89821"/>
                    <a:pt x="89821" y="69818"/>
                    <a:pt x="89821" y="44958"/>
                  </a:cubicBezTo>
                  <a:cubicBezTo>
                    <a:pt x="89821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958"/>
                  </a:cubicBezTo>
                  <a:cubicBezTo>
                    <a:pt x="0" y="69818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50069" y="6055709"/>
              <a:ext cx="84773" cy="84772"/>
            </a:xfrm>
            <a:custGeom>
              <a:avLst/>
              <a:gdLst/>
              <a:ahLst/>
              <a:cxnLst/>
              <a:rect l="l" t="t" r="r" b="b"/>
              <a:pathLst>
                <a:path w="84773" h="84772">
                  <a:moveTo>
                    <a:pt x="84773" y="42386"/>
                  </a:moveTo>
                  <a:cubicBezTo>
                    <a:pt x="84773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10565" y="6063520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2" y="69342"/>
                    <a:pt x="69437" y="53816"/>
                    <a:pt x="69437" y="34671"/>
                  </a:cubicBezTo>
                  <a:cubicBezTo>
                    <a:pt x="69437" y="15526"/>
                    <a:pt x="53912" y="0"/>
                    <a:pt x="34766" y="0"/>
                  </a:cubicBezTo>
                  <a:cubicBezTo>
                    <a:pt x="15526" y="0"/>
                    <a:pt x="0" y="15526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2297" y="6209443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669"/>
                    <a:pt x="18574" y="0"/>
                    <a:pt x="41529" y="0"/>
                  </a:cubicBezTo>
                  <a:cubicBezTo>
                    <a:pt x="64484" y="0"/>
                    <a:pt x="83058" y="18669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234982" y="6199251"/>
              <a:ext cx="103537" cy="103442"/>
            </a:xfrm>
            <a:custGeom>
              <a:avLst/>
              <a:gdLst/>
              <a:ahLst/>
              <a:cxnLst/>
              <a:rect l="l" t="t" r="r" b="b"/>
              <a:pathLst>
                <a:path w="103537" h="103442">
                  <a:moveTo>
                    <a:pt x="51721" y="103442"/>
                  </a:moveTo>
                  <a:cubicBezTo>
                    <a:pt x="80296" y="103442"/>
                    <a:pt x="103537" y="80391"/>
                    <a:pt x="103537" y="51721"/>
                  </a:cubicBezTo>
                  <a:cubicBezTo>
                    <a:pt x="103537" y="23146"/>
                    <a:pt x="80391" y="0"/>
                    <a:pt x="51721" y="0"/>
                  </a:cubicBezTo>
                  <a:cubicBezTo>
                    <a:pt x="23241" y="0"/>
                    <a:pt x="0" y="23241"/>
                    <a:pt x="0" y="51721"/>
                  </a:cubicBezTo>
                  <a:cubicBezTo>
                    <a:pt x="0" y="80296"/>
                    <a:pt x="23146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382238" y="619372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539877" y="619839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105251" y="52578"/>
                  </a:moveTo>
                  <a:cubicBezTo>
                    <a:pt x="105251" y="81629"/>
                    <a:pt x="81629" y="105251"/>
                    <a:pt x="52578" y="105251"/>
                  </a:cubicBezTo>
                  <a:cubicBezTo>
                    <a:pt x="23527" y="105251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629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02850" y="6208586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84868" y="42386"/>
                  </a:moveTo>
                  <a:cubicBezTo>
                    <a:pt x="84868" y="65818"/>
                    <a:pt x="65818" y="84772"/>
                    <a:pt x="42481" y="84772"/>
                  </a:cubicBezTo>
                  <a:cubicBezTo>
                    <a:pt x="19050" y="84772"/>
                    <a:pt x="0" y="65818"/>
                    <a:pt x="0" y="42386"/>
                  </a:cubicBezTo>
                  <a:cubicBezTo>
                    <a:pt x="0" y="18955"/>
                    <a:pt x="19050" y="0"/>
                    <a:pt x="42481" y="0"/>
                  </a:cubicBezTo>
                  <a:cubicBezTo>
                    <a:pt x="65818" y="0"/>
                    <a:pt x="84868" y="18955"/>
                    <a:pt x="84868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8868" y="6358890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229457" y="6346508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964"/>
                    <a:pt x="88964" y="114586"/>
                    <a:pt x="57340" y="114586"/>
                  </a:cubicBezTo>
                  <a:cubicBezTo>
                    <a:pt x="25622" y="114586"/>
                    <a:pt x="0" y="88964"/>
                    <a:pt x="0" y="57245"/>
                  </a:cubicBezTo>
                  <a:cubicBezTo>
                    <a:pt x="0" y="25622"/>
                    <a:pt x="25622" y="0"/>
                    <a:pt x="57340" y="0"/>
                  </a:cubicBezTo>
                  <a:cubicBezTo>
                    <a:pt x="88964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373475" y="6337649"/>
              <a:ext cx="132207" cy="132302"/>
            </a:xfrm>
            <a:custGeom>
              <a:avLst/>
              <a:gdLst/>
              <a:ahLst/>
              <a:cxnLst/>
              <a:rect l="l" t="t" r="r" b="b"/>
              <a:pathLst>
                <a:path w="132207" h="132302">
                  <a:moveTo>
                    <a:pt x="132207" y="66103"/>
                  </a:moveTo>
                  <a:cubicBezTo>
                    <a:pt x="132207" y="102679"/>
                    <a:pt x="102584" y="132302"/>
                    <a:pt x="66103" y="132302"/>
                  </a:cubicBezTo>
                  <a:cubicBezTo>
                    <a:pt x="29528" y="132302"/>
                    <a:pt x="0" y="102679"/>
                    <a:pt x="0" y="66103"/>
                  </a:cubicBezTo>
                  <a:cubicBezTo>
                    <a:pt x="0" y="29623"/>
                    <a:pt x="29528" y="0"/>
                    <a:pt x="66103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534448" y="6345746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6" y="116110"/>
                    <a:pt x="58007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007" y="0"/>
                  </a:cubicBezTo>
                  <a:cubicBezTo>
                    <a:pt x="90106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99516" y="6358033"/>
              <a:ext cx="91535" cy="91535"/>
            </a:xfrm>
            <a:custGeom>
              <a:avLst/>
              <a:gdLst/>
              <a:ahLst/>
              <a:cxnLst/>
              <a:rect l="l" t="t" r="r" b="b"/>
              <a:pathLst>
                <a:path w="91535" h="91535">
                  <a:moveTo>
                    <a:pt x="45815" y="91535"/>
                  </a:moveTo>
                  <a:cubicBezTo>
                    <a:pt x="70961" y="91535"/>
                    <a:pt x="91535" y="71152"/>
                    <a:pt x="91535" y="45720"/>
                  </a:cubicBezTo>
                  <a:cubicBezTo>
                    <a:pt x="91535" y="20574"/>
                    <a:pt x="71152" y="0"/>
                    <a:pt x="45815" y="0"/>
                  </a:cubicBezTo>
                  <a:cubicBezTo>
                    <a:pt x="20574" y="0"/>
                    <a:pt x="0" y="20383"/>
                    <a:pt x="0" y="45720"/>
                  </a:cubicBezTo>
                  <a:cubicBezTo>
                    <a:pt x="0" y="71152"/>
                    <a:pt x="20574" y="91535"/>
                    <a:pt x="45815" y="9153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1440" y="6514338"/>
              <a:ext cx="84772" cy="84773"/>
            </a:xfrm>
            <a:custGeom>
              <a:avLst/>
              <a:gdLst/>
              <a:ahLst/>
              <a:cxnLst/>
              <a:rect l="l" t="t" r="r" b="b"/>
              <a:pathLst>
                <a:path w="84772" h="84773">
                  <a:moveTo>
                    <a:pt x="84772" y="42386"/>
                  </a:moveTo>
                  <a:cubicBezTo>
                    <a:pt x="84772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234124" y="6503956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578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578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578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381476" y="6498717"/>
              <a:ext cx="116110" cy="116015"/>
            </a:xfrm>
            <a:custGeom>
              <a:avLst/>
              <a:gdLst/>
              <a:ahLst/>
              <a:cxnLst/>
              <a:rect l="l" t="t" r="r" b="b"/>
              <a:pathLst>
                <a:path w="116110" h="116015">
                  <a:moveTo>
                    <a:pt x="116110" y="58007"/>
                  </a:moveTo>
                  <a:cubicBezTo>
                    <a:pt x="116110" y="90107"/>
                    <a:pt x="90107" y="116015"/>
                    <a:pt x="58103" y="116015"/>
                  </a:cubicBezTo>
                  <a:cubicBezTo>
                    <a:pt x="26003" y="116015"/>
                    <a:pt x="0" y="90107"/>
                    <a:pt x="0" y="58007"/>
                  </a:cubicBezTo>
                  <a:cubicBezTo>
                    <a:pt x="0" y="26003"/>
                    <a:pt x="26003" y="0"/>
                    <a:pt x="58103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539020" y="6503384"/>
              <a:ext cx="106870" cy="106680"/>
            </a:xfrm>
            <a:custGeom>
              <a:avLst/>
              <a:gdLst/>
              <a:ahLst/>
              <a:cxnLst/>
              <a:rect l="l" t="t" r="r" b="b"/>
              <a:pathLst>
                <a:path w="106870" h="106680">
                  <a:moveTo>
                    <a:pt x="53435" y="106680"/>
                  </a:moveTo>
                  <a:cubicBezTo>
                    <a:pt x="82963" y="106680"/>
                    <a:pt x="106870" y="82772"/>
                    <a:pt x="106870" y="53340"/>
                  </a:cubicBezTo>
                  <a:cubicBezTo>
                    <a:pt x="106870" y="23812"/>
                    <a:pt x="82868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3908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01992" y="6513481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3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3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99155" y="6674834"/>
              <a:ext cx="69342" cy="69437"/>
            </a:xfrm>
            <a:custGeom>
              <a:avLst/>
              <a:gdLst/>
              <a:ahLst/>
              <a:cxnLst/>
              <a:rect l="l" t="t" r="r" b="b"/>
              <a:pathLst>
                <a:path w="69342" h="69437">
                  <a:moveTo>
                    <a:pt x="69342" y="34671"/>
                  </a:moveTo>
                  <a:cubicBezTo>
                    <a:pt x="69342" y="53816"/>
                    <a:pt x="53816" y="69437"/>
                    <a:pt x="34671" y="69437"/>
                  </a:cubicBezTo>
                  <a:cubicBezTo>
                    <a:pt x="15526" y="69437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244316" y="6667119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42386" y="84772"/>
                  </a:moveTo>
                  <a:cubicBezTo>
                    <a:pt x="65913" y="84772"/>
                    <a:pt x="84868" y="65913"/>
                    <a:pt x="84868" y="42386"/>
                  </a:cubicBezTo>
                  <a:cubicBezTo>
                    <a:pt x="84868" y="18955"/>
                    <a:pt x="65913" y="0"/>
                    <a:pt x="42386" y="0"/>
                  </a:cubicBezTo>
                  <a:cubicBezTo>
                    <a:pt x="18955" y="0"/>
                    <a:pt x="0" y="18955"/>
                    <a:pt x="0" y="42386"/>
                  </a:cubicBezTo>
                  <a:cubicBezTo>
                    <a:pt x="0" y="65913"/>
                    <a:pt x="18955" y="84772"/>
                    <a:pt x="42386" y="8477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393764" y="6663690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247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383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549212" y="6666262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243"/>
                  </a:moveTo>
                  <a:cubicBezTo>
                    <a:pt x="86582" y="67151"/>
                    <a:pt x="67151" y="86582"/>
                    <a:pt x="43244" y="86582"/>
                  </a:cubicBezTo>
                  <a:cubicBezTo>
                    <a:pt x="19336" y="86582"/>
                    <a:pt x="0" y="67151"/>
                    <a:pt x="0" y="43243"/>
                  </a:cubicBezTo>
                  <a:cubicBezTo>
                    <a:pt x="0" y="19336"/>
                    <a:pt x="19336" y="0"/>
                    <a:pt x="43244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09708" y="6673977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245"/>
                    <a:pt x="55245" y="71152"/>
                    <a:pt x="35623" y="71152"/>
                  </a:cubicBezTo>
                  <a:cubicBezTo>
                    <a:pt x="15907" y="71152"/>
                    <a:pt x="0" y="55245"/>
                    <a:pt x="0" y="35528"/>
                  </a:cubicBezTo>
                  <a:cubicBezTo>
                    <a:pt x="0" y="15907"/>
                    <a:pt x="15907" y="0"/>
                    <a:pt x="35623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0156317" y="5373814"/>
            <a:ext cx="1397318" cy="877157"/>
            <a:chOff x="10156317" y="5373814"/>
            <a:chExt cx="1397318" cy="877157"/>
          </a:xfrm>
        </p:grpSpPr>
        <p:sp>
          <p:nvSpPr>
            <p:cNvPr id="59" name="Freeform 59"/>
            <p:cNvSpPr/>
            <p:nvPr/>
          </p:nvSpPr>
          <p:spPr>
            <a:xfrm>
              <a:off x="10156317" y="5373814"/>
              <a:ext cx="1397318" cy="877157"/>
            </a:xfrm>
            <a:custGeom>
              <a:avLst/>
              <a:gdLst/>
              <a:ahLst/>
              <a:cxnLst/>
              <a:rect l="l" t="t" r="r" b="b"/>
              <a:pathLst>
                <a:path w="1397318" h="877157">
                  <a:moveTo>
                    <a:pt x="1363123" y="224600"/>
                  </a:moveTo>
                  <a:lnTo>
                    <a:pt x="714851" y="3429"/>
                  </a:lnTo>
                  <a:cubicBezTo>
                    <a:pt x="704469" y="0"/>
                    <a:pt x="692849" y="0"/>
                    <a:pt x="682466" y="3429"/>
                  </a:cubicBezTo>
                  <a:lnTo>
                    <a:pt x="34195" y="224600"/>
                  </a:lnTo>
                  <a:cubicBezTo>
                    <a:pt x="13907" y="230981"/>
                    <a:pt x="0" y="250031"/>
                    <a:pt x="0" y="272034"/>
                  </a:cubicBezTo>
                  <a:cubicBezTo>
                    <a:pt x="0" y="293370"/>
                    <a:pt x="13907" y="312420"/>
                    <a:pt x="34195" y="319373"/>
                  </a:cubicBezTo>
                  <a:lnTo>
                    <a:pt x="286321" y="404812"/>
                  </a:lnTo>
                  <a:lnTo>
                    <a:pt x="286321" y="665798"/>
                  </a:lnTo>
                  <a:cubicBezTo>
                    <a:pt x="286321" y="677990"/>
                    <a:pt x="290893" y="690086"/>
                    <a:pt x="298990" y="699326"/>
                  </a:cubicBezTo>
                  <a:cubicBezTo>
                    <a:pt x="401955" y="811911"/>
                    <a:pt x="548831" y="877157"/>
                    <a:pt x="701516" y="877157"/>
                  </a:cubicBezTo>
                  <a:cubicBezTo>
                    <a:pt x="853059" y="877157"/>
                    <a:pt x="993648" y="816578"/>
                    <a:pt x="1097661" y="706279"/>
                  </a:cubicBezTo>
                  <a:cubicBezTo>
                    <a:pt x="1106424" y="697040"/>
                    <a:pt x="1110996" y="684848"/>
                    <a:pt x="1110996" y="672179"/>
                  </a:cubicBezTo>
                  <a:lnTo>
                    <a:pt x="1110996" y="405384"/>
                  </a:lnTo>
                  <a:lnTo>
                    <a:pt x="1215104" y="369570"/>
                  </a:lnTo>
                  <a:lnTo>
                    <a:pt x="1215104" y="495491"/>
                  </a:lnTo>
                  <a:cubicBezTo>
                    <a:pt x="1203579" y="504730"/>
                    <a:pt x="1196054" y="518541"/>
                    <a:pt x="1196054" y="534734"/>
                  </a:cubicBezTo>
                  <a:lnTo>
                    <a:pt x="1196054" y="657130"/>
                  </a:lnTo>
                  <a:cubicBezTo>
                    <a:pt x="1196054" y="684276"/>
                    <a:pt x="1218533" y="706850"/>
                    <a:pt x="1246346" y="706850"/>
                  </a:cubicBezTo>
                  <a:cubicBezTo>
                    <a:pt x="1274064" y="706850"/>
                    <a:pt x="1296067" y="684276"/>
                    <a:pt x="1296067" y="657130"/>
                  </a:cubicBezTo>
                  <a:lnTo>
                    <a:pt x="1296067" y="534734"/>
                  </a:lnTo>
                  <a:cubicBezTo>
                    <a:pt x="1296067" y="518541"/>
                    <a:pt x="1288542" y="504730"/>
                    <a:pt x="1277017" y="495491"/>
                  </a:cubicBezTo>
                  <a:lnTo>
                    <a:pt x="1277017" y="348806"/>
                  </a:lnTo>
                  <a:lnTo>
                    <a:pt x="1363123" y="319373"/>
                  </a:lnTo>
                  <a:cubicBezTo>
                    <a:pt x="1383982" y="312420"/>
                    <a:pt x="1397318" y="293370"/>
                    <a:pt x="1397318" y="272034"/>
                  </a:cubicBezTo>
                  <a:cubicBezTo>
                    <a:pt x="1397318" y="250031"/>
                    <a:pt x="1383411" y="230981"/>
                    <a:pt x="1363123" y="224600"/>
                  </a:cubicBezTo>
                  <a:close/>
                  <a:moveTo>
                    <a:pt x="1010984" y="651415"/>
                  </a:moveTo>
                  <a:cubicBezTo>
                    <a:pt x="927640" y="732187"/>
                    <a:pt x="818388" y="776669"/>
                    <a:pt x="701516" y="776669"/>
                  </a:cubicBezTo>
                  <a:cubicBezTo>
                    <a:pt x="583597" y="776669"/>
                    <a:pt x="469678" y="729329"/>
                    <a:pt x="386334" y="645605"/>
                  </a:cubicBezTo>
                  <a:lnTo>
                    <a:pt x="386334" y="438912"/>
                  </a:lnTo>
                  <a:lnTo>
                    <a:pt x="684181" y="539972"/>
                  </a:lnTo>
                  <a:cubicBezTo>
                    <a:pt x="689420" y="541687"/>
                    <a:pt x="694658" y="542258"/>
                    <a:pt x="700373" y="542258"/>
                  </a:cubicBezTo>
                  <a:cubicBezTo>
                    <a:pt x="705612" y="542258"/>
                    <a:pt x="710851" y="541687"/>
                    <a:pt x="716566" y="539972"/>
                  </a:cubicBezTo>
                  <a:lnTo>
                    <a:pt x="1010984" y="439484"/>
                  </a:lnTo>
                  <a:lnTo>
                    <a:pt x="1010984" y="651415"/>
                  </a:lnTo>
                  <a:close/>
                  <a:moveTo>
                    <a:pt x="699802" y="439484"/>
                  </a:moveTo>
                  <a:lnTo>
                    <a:pt x="205931" y="271367"/>
                  </a:lnTo>
                  <a:lnTo>
                    <a:pt x="698659" y="103918"/>
                  </a:lnTo>
                  <a:lnTo>
                    <a:pt x="1191959" y="272034"/>
                  </a:lnTo>
                  <a:lnTo>
                    <a:pt x="699802" y="439484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869758" y="2076926"/>
            <a:ext cx="4953000" cy="1889760"/>
            <a:chOff x="1869758" y="2076926"/>
            <a:chExt cx="4953000" cy="1889760"/>
          </a:xfrm>
        </p:grpSpPr>
        <p:sp>
          <p:nvSpPr>
            <p:cNvPr id="61" name="Rectangle 61"/>
            <p:cNvSpPr/>
            <p:nvPr/>
          </p:nvSpPr>
          <p:spPr>
            <a:xfrm>
              <a:off x="3455575" y="2275046"/>
              <a:ext cx="1781270" cy="15696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869758" y="2076926"/>
              <a:ext cx="4953000" cy="1889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9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04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869758" y="3659981"/>
            <a:ext cx="4953000" cy="369380"/>
            <a:chOff x="1869758" y="3659981"/>
            <a:chExt cx="4953000" cy="369380"/>
          </a:xfrm>
        </p:grpSpPr>
        <p:sp>
          <p:nvSpPr>
            <p:cNvPr id="64" name="Rectangle 64"/>
            <p:cNvSpPr/>
            <p:nvPr/>
          </p:nvSpPr>
          <p:spPr>
            <a:xfrm>
              <a:off x="3534156" y="3659981"/>
              <a:ext cx="1624108" cy="36938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869758" y="3659981"/>
              <a:ext cx="4953000" cy="354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PART FOUR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886831" y="2482120"/>
            <a:ext cx="5044440" cy="866204"/>
            <a:chOff x="5886831" y="2482120"/>
            <a:chExt cx="5044440" cy="866204"/>
          </a:xfrm>
        </p:grpSpPr>
        <p:sp>
          <p:nvSpPr>
            <p:cNvPr id="67" name="Rectangle 67"/>
            <p:cNvSpPr/>
            <p:nvPr/>
          </p:nvSpPr>
          <p:spPr>
            <a:xfrm>
              <a:off x="5886831" y="2548128"/>
              <a:ext cx="2595562" cy="7694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78271" y="2482120"/>
              <a:ext cx="4953000" cy="8662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4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结果与分析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950363" y="3429000"/>
            <a:ext cx="5044440" cy="338518"/>
            <a:chOff x="5950363" y="3429000"/>
            <a:chExt cx="5044440" cy="338518"/>
          </a:xfrm>
        </p:grpSpPr>
        <p:sp>
          <p:nvSpPr>
            <p:cNvPr id="70" name="Rectangle 70"/>
            <p:cNvSpPr/>
            <p:nvPr/>
          </p:nvSpPr>
          <p:spPr>
            <a:xfrm>
              <a:off x="5950363" y="3429000"/>
              <a:ext cx="2666905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041803" y="3434048"/>
              <a:ext cx="4953000" cy="314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00" dirty="0">
                  <a:solidFill>
                    <a:srgbClr val="FFFFFF"/>
                  </a:solidFill>
                  <a:latin typeface="微软雅黑 Light"/>
                  <a:ea typeface="Microsoft YaHei"/>
                  <a:cs typeface="微软雅黑 Light"/>
                </a:rPr>
                <a:t>Results and Analysis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19310" y="400050"/>
            <a:ext cx="1685530" cy="304800"/>
            <a:chOff x="519310" y="400050"/>
            <a:chExt cx="1685530" cy="304800"/>
          </a:xfrm>
        </p:grpSpPr>
        <p:pic>
          <p:nvPicPr>
            <p:cNvPr id="73" name="Image 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10" y="400050"/>
              <a:ext cx="1685530" cy="3048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32" grpId="0"/>
      <p:bldP spid="58" grpId="0"/>
      <p:bldP spid="60" grpId="0"/>
      <p:bldP spid="63" grpId="0"/>
      <p:bldP spid="66" grpId="0"/>
      <p:bldP spid="69" grpId="0"/>
      <p:bldP spid="72" grpId="0"/>
      <p:bldP spid="7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18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4001834"/>
              <a:ext cx="2772251" cy="781050"/>
              <a:chOff x="0" y="4001834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4001834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462486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416937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4001834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结果与分析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事件主线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换导师不是突发决定，而是期待落差持续累积后的关系转折。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2952750" y="2190750"/>
              <a:ext cx="8667750" cy="2228850"/>
              <a:chOff x="2952750" y="2190750"/>
              <a:chExt cx="8667750" cy="22288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190750"/>
                <a:ext cx="866775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8667750" h="647700">
                    <a:moveTo>
                      <a:pt x="63268" y="0"/>
                    </a:moveTo>
                    <a:lnTo>
                      <a:pt x="8604482" y="0"/>
                    </a:lnTo>
                    <a:cubicBezTo>
                      <a:pt x="8639424" y="0"/>
                      <a:pt x="8667750" y="34116"/>
                      <a:pt x="8667750" y="76200"/>
                    </a:cubicBezTo>
                    <a:lnTo>
                      <a:pt x="8667750" y="571500"/>
                    </a:lnTo>
                    <a:cubicBezTo>
                      <a:pt x="8667750" y="613584"/>
                      <a:pt x="8639424" y="647700"/>
                      <a:pt x="8604482" y="647700"/>
                    </a:cubicBezTo>
                    <a:lnTo>
                      <a:pt x="63268" y="647700"/>
                    </a:lnTo>
                    <a:cubicBezTo>
                      <a:pt x="28326" y="647700"/>
                      <a:pt x="0" y="613584"/>
                      <a:pt x="0" y="5715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11430">
                <a:solidFill>
                  <a:srgbClr val="8B0012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171604" y="2415330"/>
                <a:ext cx="6036414" cy="2944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49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换导师不是突发决定，而是期待落差持续累积后的关系转折。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158372" y="3638550"/>
                <a:ext cx="132863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328633" h="781050">
                    <a:moveTo>
                      <a:pt x="63268" y="0"/>
                    </a:moveTo>
                    <a:lnTo>
                      <a:pt x="1265365" y="0"/>
                    </a:lnTo>
                    <a:cubicBezTo>
                      <a:pt x="1300307" y="0"/>
                      <a:pt x="1328633" y="34116"/>
                      <a:pt x="1328633" y="76200"/>
                    </a:cubicBezTo>
                    <a:lnTo>
                      <a:pt x="1328633" y="704850"/>
                    </a:lnTo>
                    <a:cubicBezTo>
                      <a:pt x="1328633" y="746934"/>
                      <a:pt x="1300307" y="781050"/>
                      <a:pt x="1265365" y="781050"/>
                    </a:cubicBezTo>
                    <a:lnTo>
                      <a:pt x="63268" y="781050"/>
                    </a:lnTo>
                    <a:cubicBezTo>
                      <a:pt x="28326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425987" y="3971201"/>
                <a:ext cx="79340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42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跨考入学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4534456" y="4029075"/>
                <a:ext cx="245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5164" h="9525">
                    <a:moveTo>
                      <a:pt x="0" y="0"/>
                    </a:moveTo>
                    <a:lnTo>
                      <a:pt x="245164" y="0"/>
                    </a:lnTo>
                  </a:path>
                </a:pathLst>
              </a:custGeom>
              <a:noFill/>
              <a:ln w="28575">
                <a:solidFill>
                  <a:srgbClr val="8B0012"/>
                </a:solidFill>
              </a:ln>
            </p:spPr>
          </p:sp>
          <p:sp>
            <p:nvSpPr>
              <p:cNvPr id="43" name="Polygon 43"/>
              <p:cNvSpPr/>
              <p:nvPr/>
            </p:nvSpPr>
            <p:spPr>
              <a:xfrm>
                <a:off x="4700492" y="3962400"/>
                <a:ext cx="79153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9153" h="133350">
                    <a:moveTo>
                      <a:pt x="79153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4882432" y="3638550"/>
                <a:ext cx="132863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328633" h="781050">
                    <a:moveTo>
                      <a:pt x="63268" y="0"/>
                    </a:moveTo>
                    <a:lnTo>
                      <a:pt x="1265365" y="0"/>
                    </a:lnTo>
                    <a:cubicBezTo>
                      <a:pt x="1300307" y="0"/>
                      <a:pt x="1328633" y="34116"/>
                      <a:pt x="1328633" y="76200"/>
                    </a:cubicBezTo>
                    <a:lnTo>
                      <a:pt x="1328633" y="704850"/>
                    </a:lnTo>
                    <a:cubicBezTo>
                      <a:pt x="1328633" y="746934"/>
                      <a:pt x="1300307" y="781050"/>
                      <a:pt x="1265365" y="781050"/>
                    </a:cubicBezTo>
                    <a:lnTo>
                      <a:pt x="63268" y="781050"/>
                    </a:lnTo>
                    <a:cubicBezTo>
                      <a:pt x="28326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150047" y="3971201"/>
                <a:ext cx="79340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42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调剂导师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6258516" y="4029075"/>
                <a:ext cx="245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5164" h="9525">
                    <a:moveTo>
                      <a:pt x="0" y="0"/>
                    </a:moveTo>
                    <a:lnTo>
                      <a:pt x="245164" y="0"/>
                    </a:lnTo>
                  </a:path>
                </a:pathLst>
              </a:custGeom>
              <a:noFill/>
              <a:ln w="28575">
                <a:solidFill>
                  <a:srgbClr val="8B0012"/>
                </a:solidFill>
              </a:ln>
            </p:spPr>
          </p:sp>
          <p:sp>
            <p:nvSpPr>
              <p:cNvPr id="47" name="Polygon 47"/>
              <p:cNvSpPr/>
              <p:nvPr/>
            </p:nvSpPr>
            <p:spPr>
              <a:xfrm>
                <a:off x="6424612" y="3962400"/>
                <a:ext cx="7905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133350">
                    <a:moveTo>
                      <a:pt x="79057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606491" y="3638550"/>
                <a:ext cx="132863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328633" h="781050">
                    <a:moveTo>
                      <a:pt x="63268" y="0"/>
                    </a:moveTo>
                    <a:lnTo>
                      <a:pt x="1265365" y="0"/>
                    </a:lnTo>
                    <a:cubicBezTo>
                      <a:pt x="1300307" y="0"/>
                      <a:pt x="1328633" y="34116"/>
                      <a:pt x="1328633" y="76200"/>
                    </a:cubicBezTo>
                    <a:lnTo>
                      <a:pt x="1328633" y="704850"/>
                    </a:lnTo>
                    <a:cubicBezTo>
                      <a:pt x="1328633" y="746934"/>
                      <a:pt x="1300307" y="781050"/>
                      <a:pt x="1265365" y="781050"/>
                    </a:cubicBezTo>
                    <a:lnTo>
                      <a:pt x="63268" y="781050"/>
                    </a:lnTo>
                    <a:cubicBezTo>
                      <a:pt x="28326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874107" y="3971201"/>
                <a:ext cx="79340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42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短暂蜜月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7982576" y="4029075"/>
                <a:ext cx="245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5164" h="9525">
                    <a:moveTo>
                      <a:pt x="0" y="0"/>
                    </a:moveTo>
                    <a:lnTo>
                      <a:pt x="245164" y="0"/>
                    </a:lnTo>
                  </a:path>
                </a:pathLst>
              </a:custGeom>
              <a:noFill/>
              <a:ln w="28575">
                <a:solidFill>
                  <a:srgbClr val="8B0012"/>
                </a:solidFill>
              </a:ln>
            </p:spPr>
          </p:sp>
          <p:sp>
            <p:nvSpPr>
              <p:cNvPr id="51" name="Polygon 51"/>
              <p:cNvSpPr/>
              <p:nvPr/>
            </p:nvSpPr>
            <p:spPr>
              <a:xfrm>
                <a:off x="8148638" y="3962400"/>
                <a:ext cx="7905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133350">
                    <a:moveTo>
                      <a:pt x="79057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8330551" y="3638550"/>
                <a:ext cx="132863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328633" h="781050">
                    <a:moveTo>
                      <a:pt x="63268" y="0"/>
                    </a:moveTo>
                    <a:lnTo>
                      <a:pt x="1265365" y="0"/>
                    </a:lnTo>
                    <a:cubicBezTo>
                      <a:pt x="1300307" y="0"/>
                      <a:pt x="1328633" y="34116"/>
                      <a:pt x="1328633" y="76200"/>
                    </a:cubicBezTo>
                    <a:lnTo>
                      <a:pt x="1328633" y="704850"/>
                    </a:lnTo>
                    <a:cubicBezTo>
                      <a:pt x="1328633" y="746934"/>
                      <a:pt x="1300307" y="781050"/>
                      <a:pt x="1265365" y="781050"/>
                    </a:cubicBezTo>
                    <a:lnTo>
                      <a:pt x="63268" y="781050"/>
                    </a:lnTo>
                    <a:cubicBezTo>
                      <a:pt x="28326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598167" y="3971201"/>
                <a:ext cx="79340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42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论文冲突</a:t>
                </a:r>
              </a:p>
            </p:txBody>
          </p:sp>
          <p:sp>
            <p:nvSpPr>
              <p:cNvPr id="54" name="Line 54"/>
              <p:cNvSpPr/>
              <p:nvPr/>
            </p:nvSpPr>
            <p:spPr>
              <a:xfrm>
                <a:off x="9706635" y="4029075"/>
                <a:ext cx="245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5164" h="9525">
                    <a:moveTo>
                      <a:pt x="0" y="0"/>
                    </a:moveTo>
                    <a:lnTo>
                      <a:pt x="245164" y="0"/>
                    </a:lnTo>
                  </a:path>
                </a:pathLst>
              </a:custGeom>
              <a:noFill/>
              <a:ln w="28575">
                <a:solidFill>
                  <a:srgbClr val="8B0012"/>
                </a:solidFill>
              </a:ln>
            </p:spPr>
          </p:sp>
          <p:sp>
            <p:nvSpPr>
              <p:cNvPr id="55" name="Polygon 55"/>
              <p:cNvSpPr/>
              <p:nvPr/>
            </p:nvSpPr>
            <p:spPr>
              <a:xfrm>
                <a:off x="9872758" y="3962400"/>
                <a:ext cx="7905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133350">
                    <a:moveTo>
                      <a:pt x="79057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10054611" y="3638550"/>
                <a:ext cx="132863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328633" h="781050">
                    <a:moveTo>
                      <a:pt x="63268" y="0"/>
                    </a:moveTo>
                    <a:lnTo>
                      <a:pt x="1265365" y="0"/>
                    </a:lnTo>
                    <a:cubicBezTo>
                      <a:pt x="1300307" y="0"/>
                      <a:pt x="1328633" y="34116"/>
                      <a:pt x="1328633" y="76200"/>
                    </a:cubicBezTo>
                    <a:lnTo>
                      <a:pt x="1328633" y="704850"/>
                    </a:lnTo>
                    <a:cubicBezTo>
                      <a:pt x="1328633" y="746934"/>
                      <a:pt x="1300307" y="781050"/>
                      <a:pt x="1265365" y="781050"/>
                    </a:cubicBezTo>
                    <a:lnTo>
                      <a:pt x="63268" y="781050"/>
                    </a:lnTo>
                    <a:cubicBezTo>
                      <a:pt x="28326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0322226" y="3971201"/>
                <a:ext cx="79340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42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更换导师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60" name="Image 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59" grpId="0"/>
      <p:bldP spid="6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19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4001834"/>
              <a:ext cx="2772251" cy="781050"/>
              <a:chOff x="0" y="4001834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4001834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462486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416937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4001834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结果与分析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相识与蜜月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初识阶段的结构落差没有立即爆发，却削弱了后续信任基础。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2952750" y="2228850"/>
              <a:ext cx="8667750" cy="2857500"/>
              <a:chOff x="2952750" y="2228850"/>
              <a:chExt cx="8667750" cy="2857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228850"/>
                <a:ext cx="4112436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285750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2781300"/>
                    </a:lnTo>
                    <a:cubicBezTo>
                      <a:pt x="4112436" y="2823384"/>
                      <a:pt x="4084110" y="2857500"/>
                      <a:pt x="4049168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480033" y="2564435"/>
                <a:ext cx="1057869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初见尴尬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221246" y="3176902"/>
                <a:ext cx="3677185" cy="259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A同学未提前联系导师，首次见面即被批评；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221246" y="3413503"/>
                <a:ext cx="3779723" cy="259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导师表达“如果不愿意待在这个师门可以走”。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508064" y="2228850"/>
                <a:ext cx="4112436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285750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2781300"/>
                    </a:lnTo>
                    <a:cubicBezTo>
                      <a:pt x="4112436" y="2823384"/>
                      <a:pt x="4084110" y="2857500"/>
                      <a:pt x="4049168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035347" y="2564435"/>
                <a:ext cx="1057869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短暂蜜月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776559" y="3176902"/>
                <a:ext cx="2456050" cy="259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实习安排带来一段和谐时期，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776559" y="3413503"/>
                <a:ext cx="3761080" cy="259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但双方了解停留在表层，深层期待并未真正对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776559" y="3650104"/>
                <a:ext cx="405289" cy="259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齐。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8" grpId="0"/>
      <p:bldP spid="5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20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4001834"/>
              <a:ext cx="2772251" cy="781050"/>
              <a:chOff x="0" y="4001834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4001834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462486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416937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4001834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结果与分析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冲突升级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论文写作把学术分歧转化为关系冲突，并推动换导师选择。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952750" y="2000250"/>
            <a:ext cx="8734431" cy="4191000"/>
            <a:chOff x="2952750" y="2000250"/>
            <a:chExt cx="8734431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2952750" y="2000250"/>
              <a:ext cx="8734431" cy="3152775"/>
              <a:chOff x="2952750" y="2000250"/>
              <a:chExt cx="8734431" cy="3152775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000250"/>
                <a:ext cx="4112436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1028700">
                    <a:moveTo>
                      <a:pt x="55360" y="0"/>
                    </a:moveTo>
                    <a:lnTo>
                      <a:pt x="4057076" y="0"/>
                    </a:lnTo>
                    <a:cubicBezTo>
                      <a:pt x="4087650" y="0"/>
                      <a:pt x="4112436" y="29851"/>
                      <a:pt x="4112436" y="66675"/>
                    </a:cubicBezTo>
                    <a:lnTo>
                      <a:pt x="4112436" y="962025"/>
                    </a:lnTo>
                    <a:cubicBezTo>
                      <a:pt x="4112436" y="998849"/>
                      <a:pt x="4087650" y="1028700"/>
                      <a:pt x="4057076" y="1028700"/>
                    </a:cubicBezTo>
                    <a:lnTo>
                      <a:pt x="55360" y="1028700"/>
                    </a:lnTo>
                    <a:cubicBezTo>
                      <a:pt x="24786" y="1028700"/>
                      <a:pt x="0" y="998849"/>
                      <a:pt x="0" y="962025"/>
                    </a:cubicBezTo>
                    <a:lnTo>
                      <a:pt x="0" y="66675"/>
                    </a:lnTo>
                    <a:cubicBezTo>
                      <a:pt x="0" y="29851"/>
                      <a:pt x="24786" y="0"/>
                      <a:pt x="553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8B0012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107459" y="216023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主要矛盾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112279" y="2525049"/>
                <a:ext cx="2356809" cy="23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3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选题与研究兴趣冲突逐渐凸显，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112279" y="2717835"/>
                <a:ext cx="2024253" cy="23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3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论文写作进入白热化阶段。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508064" y="2000250"/>
                <a:ext cx="4112436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1028700">
                    <a:moveTo>
                      <a:pt x="55360" y="0"/>
                    </a:moveTo>
                    <a:lnTo>
                      <a:pt x="4057076" y="0"/>
                    </a:lnTo>
                    <a:cubicBezTo>
                      <a:pt x="4087650" y="0"/>
                      <a:pt x="4112436" y="29851"/>
                      <a:pt x="4112436" y="66675"/>
                    </a:cubicBezTo>
                    <a:lnTo>
                      <a:pt x="4112436" y="962025"/>
                    </a:lnTo>
                    <a:cubicBezTo>
                      <a:pt x="4112436" y="998849"/>
                      <a:pt x="4087650" y="1028700"/>
                      <a:pt x="4057076" y="1028700"/>
                    </a:cubicBezTo>
                    <a:lnTo>
                      <a:pt x="55360" y="1028700"/>
                    </a:lnTo>
                    <a:cubicBezTo>
                      <a:pt x="24786" y="1028700"/>
                      <a:pt x="0" y="998849"/>
                      <a:pt x="0" y="962025"/>
                    </a:cubicBezTo>
                    <a:lnTo>
                      <a:pt x="0" y="66675"/>
                    </a:lnTo>
                    <a:cubicBezTo>
                      <a:pt x="0" y="29851"/>
                      <a:pt x="24786" y="0"/>
                      <a:pt x="553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8B0012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662773" y="216023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触发机制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667593" y="2525049"/>
                <a:ext cx="4019588" cy="23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3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沟通方式强化了不信任，原本的学术分歧演变为关系冲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67593" y="2717835"/>
                <a:ext cx="361474" cy="23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3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突。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3174189" y="3400425"/>
                <a:ext cx="8224872" cy="1752600"/>
              </a:xfrm>
              <a:custGeom>
                <a:avLst/>
                <a:gdLst/>
                <a:ahLst/>
                <a:cxnLst/>
                <a:rect l="l" t="t" r="r" b="b"/>
                <a:pathLst>
                  <a:path w="8224872" h="1752600">
                    <a:moveTo>
                      <a:pt x="39543" y="0"/>
                    </a:moveTo>
                    <a:lnTo>
                      <a:pt x="8185329" y="0"/>
                    </a:lnTo>
                    <a:cubicBezTo>
                      <a:pt x="8207168" y="0"/>
                      <a:pt x="8224872" y="21322"/>
                      <a:pt x="8224872" y="47625"/>
                    </a:cubicBezTo>
                    <a:lnTo>
                      <a:pt x="8224872" y="1704975"/>
                    </a:lnTo>
                    <a:cubicBezTo>
                      <a:pt x="8224872" y="1731278"/>
                      <a:pt x="8207168" y="1752600"/>
                      <a:pt x="8185329" y="1752600"/>
                    </a:cubicBezTo>
                    <a:lnTo>
                      <a:pt x="39543" y="1752600"/>
                    </a:lnTo>
                    <a:cubicBezTo>
                      <a:pt x="17704" y="1752600"/>
                      <a:pt x="0" y="1731278"/>
                      <a:pt x="0" y="1704975"/>
                    </a:cubicBezTo>
                    <a:lnTo>
                      <a:pt x="0" y="47625"/>
                    </a:lnTo>
                    <a:cubicBezTo>
                      <a:pt x="0" y="21322"/>
                      <a:pt x="17704" y="0"/>
                      <a:pt x="395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">
                <a:solidFill>
                  <a:srgbClr val="8B0012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174189" y="3400425"/>
                <a:ext cx="8224872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8224872" h="438150">
                    <a:moveTo>
                      <a:pt x="39543" y="0"/>
                    </a:moveTo>
                    <a:lnTo>
                      <a:pt x="8185329" y="0"/>
                    </a:lnTo>
                    <a:cubicBezTo>
                      <a:pt x="8207168" y="0"/>
                      <a:pt x="8224872" y="21322"/>
                      <a:pt x="8224872" y="47625"/>
                    </a:cubicBezTo>
                    <a:lnTo>
                      <a:pt x="8224872" y="390525"/>
                    </a:lnTo>
                    <a:cubicBezTo>
                      <a:pt x="8224872" y="416828"/>
                      <a:pt x="8207168" y="438150"/>
                      <a:pt x="8185329" y="438150"/>
                    </a:cubicBezTo>
                    <a:lnTo>
                      <a:pt x="39543" y="438150"/>
                    </a:lnTo>
                    <a:cubicBezTo>
                      <a:pt x="17704" y="438150"/>
                      <a:pt x="0" y="416828"/>
                      <a:pt x="0" y="390525"/>
                    </a:cubicBezTo>
                    <a:lnTo>
                      <a:pt x="0" y="47625"/>
                    </a:lnTo>
                    <a:cubicBezTo>
                      <a:pt x="0" y="21322"/>
                      <a:pt x="17704" y="0"/>
                      <a:pt x="39543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0">
                <a:solidFill>
                  <a:srgbClr val="8B0012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5186028" y="3400425"/>
                <a:ext cx="9525" cy="1752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2600">
                    <a:moveTo>
                      <a:pt x="0" y="0"/>
                    </a:moveTo>
                    <a:lnTo>
                      <a:pt x="0" y="1752600"/>
                    </a:lnTo>
                  </a:path>
                </a:pathLst>
              </a:custGeom>
              <a:noFill/>
              <a:ln w="8572">
                <a:solidFill>
                  <a:srgbClr val="8B0012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7789585" y="3400425"/>
                <a:ext cx="9525" cy="1752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2600">
                    <a:moveTo>
                      <a:pt x="0" y="0"/>
                    </a:moveTo>
                    <a:lnTo>
                      <a:pt x="0" y="1752600"/>
                    </a:lnTo>
                  </a:path>
                </a:pathLst>
              </a:custGeom>
              <a:noFill/>
              <a:ln w="8572">
                <a:solidFill>
                  <a:srgbClr val="8B0012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3174189" y="3838575"/>
                <a:ext cx="822487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24872" h="9525">
                    <a:moveTo>
                      <a:pt x="0" y="0"/>
                    </a:moveTo>
                    <a:lnTo>
                      <a:pt x="8224872" y="0"/>
                    </a:lnTo>
                  </a:path>
                </a:pathLst>
              </a:custGeom>
              <a:noFill/>
              <a:ln w="8572">
                <a:solidFill>
                  <a:srgbClr val="8B0012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3174189" y="4276725"/>
                <a:ext cx="822487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24872" h="9525">
                    <a:moveTo>
                      <a:pt x="0" y="0"/>
                    </a:moveTo>
                    <a:lnTo>
                      <a:pt x="8224872" y="0"/>
                    </a:lnTo>
                  </a:path>
                </a:pathLst>
              </a:custGeom>
              <a:noFill/>
              <a:ln w="8572">
                <a:solidFill>
                  <a:srgbClr val="8B0012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3174189" y="4714875"/>
                <a:ext cx="822487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24872" h="9525">
                    <a:moveTo>
                      <a:pt x="0" y="0"/>
                    </a:moveTo>
                    <a:lnTo>
                      <a:pt x="8224872" y="0"/>
                    </a:lnTo>
                  </a:path>
                </a:pathLst>
              </a:custGeom>
              <a:noFill/>
              <a:ln w="8572">
                <a:solidFill>
                  <a:srgbClr val="8B0012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3996787" y="3538423"/>
                <a:ext cx="366644" cy="224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04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阶段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135183" y="3538423"/>
                <a:ext cx="705246" cy="224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04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关系状态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241700" y="3538423"/>
                <a:ext cx="705246" cy="224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04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关键变化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240568" y="3968696"/>
                <a:ext cx="317659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选题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5252407" y="3968696"/>
                <a:ext cx="609905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期待落差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855964" y="3968696"/>
                <a:ext cx="1778889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研究方向难以形成共同目标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240568" y="4406846"/>
                <a:ext cx="317659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写作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5252407" y="4406846"/>
                <a:ext cx="609905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冲突显化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855964" y="4406846"/>
                <a:ext cx="1925012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沟通压力与身份认同危机叠加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3240568" y="4844996"/>
                <a:ext cx="317659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放弃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5252407" y="4844996"/>
                <a:ext cx="609905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关系断裂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855964" y="4844996"/>
                <a:ext cx="2151503" cy="2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0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A同学开始寻找离开原关系的路径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67" name="Image 6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66" grpId="0"/>
      <p:bldP spid="6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21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4001834"/>
              <a:ext cx="2772251" cy="781050"/>
              <a:chOff x="0" y="4001834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4001834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462486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416937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4001834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结果与分析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事实厘清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多方访谈显示，换导师由动机、认同、情感与制度协调共同促成。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60658" y="2114550"/>
              <a:ext cx="6451934" cy="3143250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39" grpId="0"/>
      <p:bldP spid="4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22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4001834"/>
              <a:ext cx="2772251" cy="781050"/>
              <a:chOff x="0" y="4001834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4001834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462486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416937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4001834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结果与分析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主观原因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理想落差、志趣摇摆与生涯迷茫构成更换导师的主观基础。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2952750" y="2228850"/>
              <a:ext cx="8430494" cy="2857500"/>
              <a:chOff x="2952750" y="2228850"/>
              <a:chExt cx="8430494" cy="2857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2952750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3063718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487069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理想落差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158372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入学前对研究生生活和导师关系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有较高期待，现实体验带来失落。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878906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878906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989874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413225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志趣摇摆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084528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研究兴趣与论文推进方向之间的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张力，使学术投入难以稳定。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8805063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8805063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916031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339382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生涯迷茫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010685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个人职业规划不清晰，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放大了对导师关系与研究方向的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不确定感。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54" grpId="0"/>
      <p:bldP spid="5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23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4001834"/>
              <a:ext cx="2772251" cy="781050"/>
              <a:chOff x="0" y="4001834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4001834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462486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416937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4001834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结果与分析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关键机制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认同危机与情感淡漠共同削弱导生关系的稳定性。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2952750" y="2228850"/>
              <a:ext cx="8667750" cy="2857500"/>
              <a:chOff x="2952750" y="2228850"/>
              <a:chExt cx="8667750" cy="2857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228850"/>
                <a:ext cx="4112436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285750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2781300"/>
                    </a:lnTo>
                    <a:cubicBezTo>
                      <a:pt x="4112436" y="2823384"/>
                      <a:pt x="4084110" y="2857500"/>
                      <a:pt x="4049168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480033" y="2564435"/>
                <a:ext cx="1057869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认同危机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221246" y="3176902"/>
                <a:ext cx="3779723" cy="259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A同学对前任导师Y的学术权威和指导方式产生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221246" y="3413503"/>
                <a:ext cx="2083184" cy="259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怀疑，关系基础被削弱。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508064" y="2228850"/>
                <a:ext cx="4112436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2857500">
                    <a:moveTo>
                      <a:pt x="63268" y="0"/>
                    </a:moveTo>
                    <a:lnTo>
                      <a:pt x="4049168" y="0"/>
                    </a:lnTo>
                    <a:cubicBezTo>
                      <a:pt x="4084110" y="0"/>
                      <a:pt x="4112436" y="34116"/>
                      <a:pt x="4112436" y="76200"/>
                    </a:cubicBezTo>
                    <a:lnTo>
                      <a:pt x="4112436" y="2781300"/>
                    </a:lnTo>
                    <a:cubicBezTo>
                      <a:pt x="4112436" y="2823384"/>
                      <a:pt x="4084110" y="2857500"/>
                      <a:pt x="4049168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035347" y="2564435"/>
                <a:ext cx="1057869" cy="336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6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情感淡漠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776559" y="3176902"/>
                <a:ext cx="3761080" cy="259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相处停留在表层，缺少稳定沟通和情感支持，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776559" y="3413503"/>
                <a:ext cx="1523886" cy="2593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冲突难以被缓冲。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7" grpId="0"/>
      <p:bldP spid="4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24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4001834"/>
              <a:ext cx="2772251" cy="781050"/>
              <a:chOff x="0" y="4001834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4001834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462486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416937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0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4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0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4001834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结果与分析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促成因素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系所协调与新导师信任为关系转换提供了现实通道。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2952750" y="2190750"/>
              <a:ext cx="8667750" cy="2228850"/>
              <a:chOff x="2952750" y="2190750"/>
              <a:chExt cx="8667750" cy="22288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190750"/>
                <a:ext cx="866775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8667750" h="647700">
                    <a:moveTo>
                      <a:pt x="63268" y="0"/>
                    </a:moveTo>
                    <a:lnTo>
                      <a:pt x="8604482" y="0"/>
                    </a:lnTo>
                    <a:cubicBezTo>
                      <a:pt x="8639424" y="0"/>
                      <a:pt x="8667750" y="34116"/>
                      <a:pt x="8667750" y="76200"/>
                    </a:cubicBezTo>
                    <a:lnTo>
                      <a:pt x="8667750" y="571500"/>
                    </a:lnTo>
                    <a:cubicBezTo>
                      <a:pt x="8667750" y="613584"/>
                      <a:pt x="8639424" y="647700"/>
                      <a:pt x="8604482" y="647700"/>
                    </a:cubicBezTo>
                    <a:lnTo>
                      <a:pt x="63268" y="647700"/>
                    </a:lnTo>
                    <a:cubicBezTo>
                      <a:pt x="28326" y="647700"/>
                      <a:pt x="0" y="613584"/>
                      <a:pt x="0" y="5715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11430">
                <a:solidFill>
                  <a:srgbClr val="8B0012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171604" y="2415330"/>
                <a:ext cx="5147583" cy="2944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49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系所协调与新导师信任为关系转换提供了现实通道。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158372" y="3638550"/>
                <a:ext cx="132863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328633" h="781050">
                    <a:moveTo>
                      <a:pt x="63268" y="0"/>
                    </a:moveTo>
                    <a:lnTo>
                      <a:pt x="1265365" y="0"/>
                    </a:lnTo>
                    <a:cubicBezTo>
                      <a:pt x="1300307" y="0"/>
                      <a:pt x="1328633" y="34116"/>
                      <a:pt x="1328633" y="76200"/>
                    </a:cubicBezTo>
                    <a:lnTo>
                      <a:pt x="1328633" y="704850"/>
                    </a:lnTo>
                    <a:cubicBezTo>
                      <a:pt x="1328633" y="746934"/>
                      <a:pt x="1300307" y="781050"/>
                      <a:pt x="1265365" y="781050"/>
                    </a:cubicBezTo>
                    <a:lnTo>
                      <a:pt x="63268" y="781050"/>
                    </a:lnTo>
                    <a:cubicBezTo>
                      <a:pt x="28326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425987" y="3971201"/>
                <a:ext cx="79340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42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矛盾爆发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4534456" y="4029075"/>
                <a:ext cx="245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5164" h="9525">
                    <a:moveTo>
                      <a:pt x="0" y="0"/>
                    </a:moveTo>
                    <a:lnTo>
                      <a:pt x="245164" y="0"/>
                    </a:lnTo>
                  </a:path>
                </a:pathLst>
              </a:custGeom>
              <a:noFill/>
              <a:ln w="28575">
                <a:solidFill>
                  <a:srgbClr val="8B0012"/>
                </a:solidFill>
              </a:ln>
            </p:spPr>
          </p:sp>
          <p:sp>
            <p:nvSpPr>
              <p:cNvPr id="43" name="Polygon 43"/>
              <p:cNvSpPr/>
              <p:nvPr/>
            </p:nvSpPr>
            <p:spPr>
              <a:xfrm>
                <a:off x="4700492" y="3962400"/>
                <a:ext cx="79153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9153" h="133350">
                    <a:moveTo>
                      <a:pt x="79153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4882432" y="3638550"/>
                <a:ext cx="132863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328633" h="781050">
                    <a:moveTo>
                      <a:pt x="63268" y="0"/>
                    </a:moveTo>
                    <a:lnTo>
                      <a:pt x="1265365" y="0"/>
                    </a:lnTo>
                    <a:cubicBezTo>
                      <a:pt x="1300307" y="0"/>
                      <a:pt x="1328633" y="34116"/>
                      <a:pt x="1328633" y="76200"/>
                    </a:cubicBezTo>
                    <a:lnTo>
                      <a:pt x="1328633" y="704850"/>
                    </a:lnTo>
                    <a:cubicBezTo>
                      <a:pt x="1328633" y="746934"/>
                      <a:pt x="1300307" y="781050"/>
                      <a:pt x="1265365" y="781050"/>
                    </a:cubicBezTo>
                    <a:lnTo>
                      <a:pt x="63268" y="781050"/>
                    </a:lnTo>
                    <a:cubicBezTo>
                      <a:pt x="28326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150047" y="3971201"/>
                <a:ext cx="79340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42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系所协调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6258516" y="4029075"/>
                <a:ext cx="245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5164" h="9525">
                    <a:moveTo>
                      <a:pt x="0" y="0"/>
                    </a:moveTo>
                    <a:lnTo>
                      <a:pt x="245164" y="0"/>
                    </a:lnTo>
                  </a:path>
                </a:pathLst>
              </a:custGeom>
              <a:noFill/>
              <a:ln w="28575">
                <a:solidFill>
                  <a:srgbClr val="8B0012"/>
                </a:solidFill>
              </a:ln>
            </p:spPr>
          </p:sp>
          <p:sp>
            <p:nvSpPr>
              <p:cNvPr id="47" name="Polygon 47"/>
              <p:cNvSpPr/>
              <p:nvPr/>
            </p:nvSpPr>
            <p:spPr>
              <a:xfrm>
                <a:off x="6424612" y="3962400"/>
                <a:ext cx="7905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133350">
                    <a:moveTo>
                      <a:pt x="79057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606491" y="3638550"/>
                <a:ext cx="132863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328633" h="781050">
                    <a:moveTo>
                      <a:pt x="63268" y="0"/>
                    </a:moveTo>
                    <a:lnTo>
                      <a:pt x="1265365" y="0"/>
                    </a:lnTo>
                    <a:cubicBezTo>
                      <a:pt x="1300307" y="0"/>
                      <a:pt x="1328633" y="34116"/>
                      <a:pt x="1328633" y="76200"/>
                    </a:cubicBezTo>
                    <a:lnTo>
                      <a:pt x="1328633" y="704850"/>
                    </a:lnTo>
                    <a:cubicBezTo>
                      <a:pt x="1328633" y="746934"/>
                      <a:pt x="1300307" y="781050"/>
                      <a:pt x="1265365" y="781050"/>
                    </a:cubicBezTo>
                    <a:lnTo>
                      <a:pt x="63268" y="781050"/>
                    </a:lnTo>
                    <a:cubicBezTo>
                      <a:pt x="28326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874107" y="3971201"/>
                <a:ext cx="79340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42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导师转换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7982576" y="4029075"/>
                <a:ext cx="245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5164" h="9525">
                    <a:moveTo>
                      <a:pt x="0" y="0"/>
                    </a:moveTo>
                    <a:lnTo>
                      <a:pt x="245164" y="0"/>
                    </a:lnTo>
                  </a:path>
                </a:pathLst>
              </a:custGeom>
              <a:noFill/>
              <a:ln w="28575">
                <a:solidFill>
                  <a:srgbClr val="8B0012"/>
                </a:solidFill>
              </a:ln>
            </p:spPr>
          </p:sp>
          <p:sp>
            <p:nvSpPr>
              <p:cNvPr id="51" name="Polygon 51"/>
              <p:cNvSpPr/>
              <p:nvPr/>
            </p:nvSpPr>
            <p:spPr>
              <a:xfrm>
                <a:off x="8148638" y="3962400"/>
                <a:ext cx="7905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133350">
                    <a:moveTo>
                      <a:pt x="79057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8330551" y="3638550"/>
                <a:ext cx="132863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328633" h="781050">
                    <a:moveTo>
                      <a:pt x="63268" y="0"/>
                    </a:moveTo>
                    <a:lnTo>
                      <a:pt x="1265365" y="0"/>
                    </a:lnTo>
                    <a:cubicBezTo>
                      <a:pt x="1300307" y="0"/>
                      <a:pt x="1328633" y="34116"/>
                      <a:pt x="1328633" y="76200"/>
                    </a:cubicBezTo>
                    <a:lnTo>
                      <a:pt x="1328633" y="704850"/>
                    </a:lnTo>
                    <a:cubicBezTo>
                      <a:pt x="1328633" y="746934"/>
                      <a:pt x="1300307" y="781050"/>
                      <a:pt x="1265365" y="781050"/>
                    </a:cubicBezTo>
                    <a:lnTo>
                      <a:pt x="63268" y="781050"/>
                    </a:lnTo>
                    <a:cubicBezTo>
                      <a:pt x="28326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598167" y="3971201"/>
                <a:ext cx="79340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42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学术认可</a:t>
                </a:r>
              </a:p>
            </p:txBody>
          </p:sp>
          <p:sp>
            <p:nvSpPr>
              <p:cNvPr id="54" name="Line 54"/>
              <p:cNvSpPr/>
              <p:nvPr/>
            </p:nvSpPr>
            <p:spPr>
              <a:xfrm>
                <a:off x="9706635" y="4029075"/>
                <a:ext cx="245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5164" h="9525">
                    <a:moveTo>
                      <a:pt x="0" y="0"/>
                    </a:moveTo>
                    <a:lnTo>
                      <a:pt x="245164" y="0"/>
                    </a:lnTo>
                  </a:path>
                </a:pathLst>
              </a:custGeom>
              <a:noFill/>
              <a:ln w="28575">
                <a:solidFill>
                  <a:srgbClr val="8B0012"/>
                </a:solidFill>
              </a:ln>
            </p:spPr>
          </p:sp>
          <p:sp>
            <p:nvSpPr>
              <p:cNvPr id="55" name="Polygon 55"/>
              <p:cNvSpPr/>
              <p:nvPr/>
            </p:nvSpPr>
            <p:spPr>
              <a:xfrm>
                <a:off x="9872758" y="3962400"/>
                <a:ext cx="7905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133350">
                    <a:moveTo>
                      <a:pt x="79057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10054611" y="3638550"/>
                <a:ext cx="132863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328633" h="781050">
                    <a:moveTo>
                      <a:pt x="63268" y="0"/>
                    </a:moveTo>
                    <a:lnTo>
                      <a:pt x="1265365" y="0"/>
                    </a:lnTo>
                    <a:cubicBezTo>
                      <a:pt x="1300307" y="0"/>
                      <a:pt x="1328633" y="34116"/>
                      <a:pt x="1328633" y="76200"/>
                    </a:cubicBezTo>
                    <a:lnTo>
                      <a:pt x="1328633" y="704850"/>
                    </a:lnTo>
                    <a:cubicBezTo>
                      <a:pt x="1328633" y="746934"/>
                      <a:pt x="1300307" y="781050"/>
                      <a:pt x="1265365" y="781050"/>
                    </a:cubicBezTo>
                    <a:lnTo>
                      <a:pt x="63268" y="781050"/>
                    </a:lnTo>
                    <a:cubicBezTo>
                      <a:pt x="28326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8F2F3"/>
              </a:solidFill>
              <a:ln w="19050">
                <a:solidFill>
                  <a:srgbClr val="8B0012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0322226" y="3971201"/>
                <a:ext cx="793402" cy="25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42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关系重建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60" name="Image 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59" grpId="0"/>
      <p:bldP spid="6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1826038"/>
            <a:ext cx="12192000" cy="2467642"/>
            <a:chOff x="0" y="1826038"/>
            <a:chExt cx="12192000" cy="2467642"/>
          </a:xfrm>
        </p:grpSpPr>
        <p:sp>
          <p:nvSpPr>
            <p:cNvPr id="3" name="Rectangle 3"/>
            <p:cNvSpPr/>
            <p:nvPr/>
          </p:nvSpPr>
          <p:spPr>
            <a:xfrm>
              <a:off x="0" y="1826038"/>
              <a:ext cx="12192000" cy="246764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3126391" y="1908429"/>
            <a:ext cx="2229612" cy="2302764"/>
            <a:chOff x="3126391" y="1908429"/>
            <a:chExt cx="2229612" cy="2302764"/>
          </a:xfrm>
        </p:grpSpPr>
        <p:sp>
          <p:nvSpPr>
            <p:cNvPr id="5" name="Freeform 5"/>
            <p:cNvSpPr/>
            <p:nvPr/>
          </p:nvSpPr>
          <p:spPr>
            <a:xfrm>
              <a:off x="3126391" y="1908429"/>
              <a:ext cx="2229612" cy="2302764"/>
            </a:xfrm>
            <a:custGeom>
              <a:avLst/>
              <a:gdLst/>
              <a:ahLst/>
              <a:cxnLst/>
              <a:rect l="l" t="t" r="r" b="b"/>
              <a:pathLst>
                <a:path w="2229612" h="2302764">
                  <a:moveTo>
                    <a:pt x="1837944" y="605980"/>
                  </a:moveTo>
                  <a:cubicBezTo>
                    <a:pt x="1868043" y="632936"/>
                    <a:pt x="1913287" y="632936"/>
                    <a:pt x="1943386" y="605980"/>
                  </a:cubicBezTo>
                  <a:cubicBezTo>
                    <a:pt x="1973485" y="579120"/>
                    <a:pt x="1973485" y="538639"/>
                    <a:pt x="1943386" y="511778"/>
                  </a:cubicBezTo>
                  <a:cubicBezTo>
                    <a:pt x="1416082" y="40386"/>
                    <a:pt x="1416082" y="40386"/>
                    <a:pt x="1416082" y="40386"/>
                  </a:cubicBezTo>
                  <a:cubicBezTo>
                    <a:pt x="1401032" y="13525"/>
                    <a:pt x="1385983" y="0"/>
                    <a:pt x="1340834" y="0"/>
                  </a:cubicBezTo>
                  <a:cubicBezTo>
                    <a:pt x="1310640" y="13525"/>
                    <a:pt x="1295590" y="26956"/>
                    <a:pt x="1280541" y="40386"/>
                  </a:cubicBezTo>
                  <a:cubicBezTo>
                    <a:pt x="45244" y="1090803"/>
                    <a:pt x="45244" y="1090803"/>
                    <a:pt x="45244" y="1090803"/>
                  </a:cubicBezTo>
                  <a:cubicBezTo>
                    <a:pt x="30099" y="1104233"/>
                    <a:pt x="0" y="1117759"/>
                    <a:pt x="0" y="1144714"/>
                  </a:cubicBezTo>
                  <a:cubicBezTo>
                    <a:pt x="0" y="1185100"/>
                    <a:pt x="15049" y="1198531"/>
                    <a:pt x="45244" y="1212056"/>
                  </a:cubicBezTo>
                  <a:cubicBezTo>
                    <a:pt x="1280541" y="2262378"/>
                    <a:pt x="1280541" y="2262378"/>
                    <a:pt x="1280541" y="2262378"/>
                  </a:cubicBezTo>
                  <a:cubicBezTo>
                    <a:pt x="1310640" y="2289334"/>
                    <a:pt x="1310640" y="2302764"/>
                    <a:pt x="1340834" y="2302764"/>
                  </a:cubicBezTo>
                  <a:cubicBezTo>
                    <a:pt x="1385983" y="2302764"/>
                    <a:pt x="1401032" y="2289334"/>
                    <a:pt x="1416082" y="2262378"/>
                  </a:cubicBezTo>
                  <a:cubicBezTo>
                    <a:pt x="2184464" y="1629442"/>
                    <a:pt x="2184464" y="1629442"/>
                    <a:pt x="2184464" y="1629442"/>
                  </a:cubicBezTo>
                  <a:cubicBezTo>
                    <a:pt x="2199513" y="1616011"/>
                    <a:pt x="2229612" y="1602581"/>
                    <a:pt x="2229612" y="1562100"/>
                  </a:cubicBezTo>
                  <a:cubicBezTo>
                    <a:pt x="2229612" y="1535240"/>
                    <a:pt x="2214562" y="1521714"/>
                    <a:pt x="2184464" y="1508284"/>
                  </a:cubicBezTo>
                  <a:cubicBezTo>
                    <a:pt x="1416082" y="781050"/>
                    <a:pt x="1416082" y="781050"/>
                    <a:pt x="1416082" y="781050"/>
                  </a:cubicBezTo>
                  <a:cubicBezTo>
                    <a:pt x="1385983" y="767620"/>
                    <a:pt x="1370933" y="754190"/>
                    <a:pt x="1340834" y="754190"/>
                  </a:cubicBezTo>
                  <a:cubicBezTo>
                    <a:pt x="1310640" y="754190"/>
                    <a:pt x="1295590" y="767620"/>
                    <a:pt x="1265491" y="794575"/>
                  </a:cubicBezTo>
                  <a:cubicBezTo>
                    <a:pt x="813530" y="1171575"/>
                    <a:pt x="813530" y="1171575"/>
                    <a:pt x="813530" y="1171575"/>
                  </a:cubicBezTo>
                  <a:cubicBezTo>
                    <a:pt x="798481" y="1198531"/>
                    <a:pt x="783431" y="1212056"/>
                    <a:pt x="783431" y="1238917"/>
                  </a:cubicBezTo>
                  <a:cubicBezTo>
                    <a:pt x="783431" y="1252442"/>
                    <a:pt x="783431" y="1279303"/>
                    <a:pt x="798481" y="1279303"/>
                  </a:cubicBezTo>
                  <a:cubicBezTo>
                    <a:pt x="798481" y="1292828"/>
                    <a:pt x="798481" y="1292828"/>
                    <a:pt x="813530" y="1292828"/>
                  </a:cubicBezTo>
                  <a:cubicBezTo>
                    <a:pt x="1160050" y="1602581"/>
                    <a:pt x="1160050" y="1602581"/>
                    <a:pt x="1160050" y="1602581"/>
                  </a:cubicBezTo>
                  <a:cubicBezTo>
                    <a:pt x="1175099" y="1616011"/>
                    <a:pt x="1190149" y="1642967"/>
                    <a:pt x="1235297" y="1642967"/>
                  </a:cubicBezTo>
                  <a:cubicBezTo>
                    <a:pt x="1265491" y="1629442"/>
                    <a:pt x="1280541" y="1616011"/>
                    <a:pt x="1295590" y="1602581"/>
                  </a:cubicBezTo>
                  <a:cubicBezTo>
                    <a:pt x="1491424" y="1427512"/>
                    <a:pt x="1491424" y="1427512"/>
                    <a:pt x="1491424" y="1427512"/>
                  </a:cubicBezTo>
                  <a:cubicBezTo>
                    <a:pt x="1521619" y="1400556"/>
                    <a:pt x="1521619" y="1346644"/>
                    <a:pt x="1491424" y="1333214"/>
                  </a:cubicBezTo>
                  <a:cubicBezTo>
                    <a:pt x="1461325" y="1306258"/>
                    <a:pt x="1416082" y="1306258"/>
                    <a:pt x="1385983" y="1333214"/>
                  </a:cubicBezTo>
                  <a:cubicBezTo>
                    <a:pt x="1220248" y="1467898"/>
                    <a:pt x="1220248" y="1467898"/>
                    <a:pt x="1220248" y="1467898"/>
                  </a:cubicBezTo>
                  <a:cubicBezTo>
                    <a:pt x="964216" y="1238917"/>
                    <a:pt x="964216" y="1238917"/>
                    <a:pt x="964216" y="1238917"/>
                  </a:cubicBezTo>
                  <a:cubicBezTo>
                    <a:pt x="1340834" y="915733"/>
                    <a:pt x="1340834" y="915733"/>
                    <a:pt x="1340834" y="915733"/>
                  </a:cubicBezTo>
                  <a:cubicBezTo>
                    <a:pt x="2048828" y="1562100"/>
                    <a:pt x="2048828" y="1562100"/>
                    <a:pt x="2048828" y="1562100"/>
                  </a:cubicBezTo>
                  <a:cubicBezTo>
                    <a:pt x="1355884" y="2141220"/>
                    <a:pt x="1355884" y="2141220"/>
                    <a:pt x="1355884" y="2141220"/>
                  </a:cubicBezTo>
                  <a:cubicBezTo>
                    <a:pt x="195834" y="1158145"/>
                    <a:pt x="195834" y="1158145"/>
                    <a:pt x="195834" y="1158145"/>
                  </a:cubicBezTo>
                  <a:cubicBezTo>
                    <a:pt x="1355884" y="161639"/>
                    <a:pt x="1355884" y="161639"/>
                    <a:pt x="1355884" y="161639"/>
                  </a:cubicBezTo>
                  <a:cubicBezTo>
                    <a:pt x="1837944" y="605980"/>
                    <a:pt x="1837944" y="605980"/>
                    <a:pt x="1837944" y="605980"/>
                  </a:cubicBezTo>
                  <a:close/>
                </a:path>
              </a:pathLst>
            </a:custGeom>
            <a:solidFill>
              <a:srgbClr val="FBD7B3">
                <a:alpha val="50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398186" y="87916"/>
            <a:ext cx="702184" cy="702183"/>
            <a:chOff x="11398186" y="87916"/>
            <a:chExt cx="702184" cy="702183"/>
          </a:xfrm>
        </p:grpSpPr>
        <p:sp>
          <p:nvSpPr>
            <p:cNvPr id="7" name="Freeform 7"/>
            <p:cNvSpPr/>
            <p:nvPr/>
          </p:nvSpPr>
          <p:spPr>
            <a:xfrm>
              <a:off x="11409140" y="98870"/>
              <a:ext cx="67913" cy="67913"/>
            </a:xfrm>
            <a:custGeom>
              <a:avLst/>
              <a:gdLst/>
              <a:ahLst/>
              <a:cxnLst/>
              <a:rect l="l" t="t" r="r" b="b"/>
              <a:pathLst>
                <a:path w="67913" h="67913">
                  <a:moveTo>
                    <a:pt x="33909" y="67913"/>
                  </a:moveTo>
                  <a:cubicBezTo>
                    <a:pt x="52578" y="67913"/>
                    <a:pt x="67913" y="52768"/>
                    <a:pt x="67913" y="33909"/>
                  </a:cubicBezTo>
                  <a:cubicBezTo>
                    <a:pt x="67913" y="15240"/>
                    <a:pt x="52768" y="0"/>
                    <a:pt x="33909" y="0"/>
                  </a:cubicBezTo>
                  <a:cubicBezTo>
                    <a:pt x="15240" y="0"/>
                    <a:pt x="0" y="15145"/>
                    <a:pt x="0" y="33909"/>
                  </a:cubicBezTo>
                  <a:cubicBezTo>
                    <a:pt x="0" y="52768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1554396" y="91345"/>
              <a:ext cx="83153" cy="82963"/>
            </a:xfrm>
            <a:custGeom>
              <a:avLst/>
              <a:gdLst/>
              <a:ahLst/>
              <a:cxnLst/>
              <a:rect l="l" t="t" r="r" b="b"/>
              <a:pathLst>
                <a:path w="83153" h="82963">
                  <a:moveTo>
                    <a:pt x="41624" y="82963"/>
                  </a:moveTo>
                  <a:cubicBezTo>
                    <a:pt x="64579" y="82963"/>
                    <a:pt x="83153" y="64484"/>
                    <a:pt x="83153" y="41434"/>
                  </a:cubicBezTo>
                  <a:cubicBezTo>
                    <a:pt x="83153" y="18478"/>
                    <a:pt x="64579" y="0"/>
                    <a:pt x="41624" y="0"/>
                  </a:cubicBezTo>
                  <a:cubicBezTo>
                    <a:pt x="18669" y="0"/>
                    <a:pt x="95" y="18478"/>
                    <a:pt x="95" y="41434"/>
                  </a:cubicBezTo>
                  <a:cubicBezTo>
                    <a:pt x="0" y="64484"/>
                    <a:pt x="18669" y="82963"/>
                    <a:pt x="41624" y="8296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703844" y="87916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1859292" y="90392"/>
              <a:ext cx="84868" cy="84868"/>
            </a:xfrm>
            <a:custGeom>
              <a:avLst/>
              <a:gdLst/>
              <a:ahLst/>
              <a:cxnLst/>
              <a:rect l="l" t="t" r="r" b="b"/>
              <a:pathLst>
                <a:path w="84868" h="84868">
                  <a:moveTo>
                    <a:pt x="84868" y="42481"/>
                  </a:moveTo>
                  <a:cubicBezTo>
                    <a:pt x="84868" y="65818"/>
                    <a:pt x="65818" y="84868"/>
                    <a:pt x="42386" y="84868"/>
                  </a:cubicBezTo>
                  <a:cubicBezTo>
                    <a:pt x="19050" y="84868"/>
                    <a:pt x="0" y="65818"/>
                    <a:pt x="0" y="42481"/>
                  </a:cubicBezTo>
                  <a:cubicBezTo>
                    <a:pt x="0" y="19050"/>
                    <a:pt x="19050" y="0"/>
                    <a:pt x="42386" y="0"/>
                  </a:cubicBezTo>
                  <a:cubicBezTo>
                    <a:pt x="65818" y="0"/>
                    <a:pt x="84868" y="19050"/>
                    <a:pt x="84868" y="4248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019788" y="98298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1" y="69342"/>
                    <a:pt x="69437" y="53816"/>
                    <a:pt x="69437" y="34671"/>
                  </a:cubicBezTo>
                  <a:cubicBezTo>
                    <a:pt x="69437" y="15430"/>
                    <a:pt x="53911" y="0"/>
                    <a:pt x="34766" y="0"/>
                  </a:cubicBezTo>
                  <a:cubicBezTo>
                    <a:pt x="15526" y="0"/>
                    <a:pt x="0" y="15430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1401520" y="244221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574"/>
                    <a:pt x="18574" y="0"/>
                    <a:pt x="41529" y="0"/>
                  </a:cubicBezTo>
                  <a:cubicBezTo>
                    <a:pt x="64484" y="0"/>
                    <a:pt x="83058" y="18574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544300" y="234029"/>
              <a:ext cx="103441" cy="103442"/>
            </a:xfrm>
            <a:custGeom>
              <a:avLst/>
              <a:gdLst/>
              <a:ahLst/>
              <a:cxnLst/>
              <a:rect l="l" t="t" r="r" b="b"/>
              <a:pathLst>
                <a:path w="103441" h="103442">
                  <a:moveTo>
                    <a:pt x="51721" y="103442"/>
                  </a:moveTo>
                  <a:cubicBezTo>
                    <a:pt x="80201" y="103442"/>
                    <a:pt x="103441" y="80391"/>
                    <a:pt x="103441" y="51721"/>
                  </a:cubicBezTo>
                  <a:cubicBezTo>
                    <a:pt x="103441" y="23050"/>
                    <a:pt x="80296" y="0"/>
                    <a:pt x="51721" y="0"/>
                  </a:cubicBezTo>
                  <a:cubicBezTo>
                    <a:pt x="23146" y="0"/>
                    <a:pt x="0" y="23241"/>
                    <a:pt x="0" y="51721"/>
                  </a:cubicBezTo>
                  <a:cubicBezTo>
                    <a:pt x="0" y="80201"/>
                    <a:pt x="23051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1691556" y="228505"/>
              <a:ext cx="114490" cy="114490"/>
            </a:xfrm>
            <a:custGeom>
              <a:avLst/>
              <a:gdLst/>
              <a:ahLst/>
              <a:cxnLst/>
              <a:rect l="l" t="t" r="r" b="b"/>
              <a:pathLst>
                <a:path w="114490" h="114490">
                  <a:moveTo>
                    <a:pt x="114490" y="57245"/>
                  </a:moveTo>
                  <a:cubicBezTo>
                    <a:pt x="114490" y="88868"/>
                    <a:pt x="88868" y="114490"/>
                    <a:pt x="57245" y="114490"/>
                  </a:cubicBezTo>
                  <a:cubicBezTo>
                    <a:pt x="25622" y="114490"/>
                    <a:pt x="0" y="88868"/>
                    <a:pt x="0" y="57245"/>
                  </a:cubicBezTo>
                  <a:cubicBezTo>
                    <a:pt x="0" y="25622"/>
                    <a:pt x="25622" y="0"/>
                    <a:pt x="57245" y="0"/>
                  </a:cubicBezTo>
                  <a:cubicBezTo>
                    <a:pt x="88868" y="0"/>
                    <a:pt x="114490" y="25622"/>
                    <a:pt x="114490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1849100" y="233172"/>
              <a:ext cx="105251" cy="105156"/>
            </a:xfrm>
            <a:custGeom>
              <a:avLst/>
              <a:gdLst/>
              <a:ahLst/>
              <a:cxnLst/>
              <a:rect l="l" t="t" r="r" b="b"/>
              <a:pathLst>
                <a:path w="105251" h="105156">
                  <a:moveTo>
                    <a:pt x="105251" y="52578"/>
                  </a:moveTo>
                  <a:cubicBezTo>
                    <a:pt x="105251" y="81629"/>
                    <a:pt x="81724" y="105156"/>
                    <a:pt x="52578" y="105156"/>
                  </a:cubicBezTo>
                  <a:cubicBezTo>
                    <a:pt x="23527" y="105156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724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2012168" y="243364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84773" y="42386"/>
                  </a:moveTo>
                  <a:cubicBezTo>
                    <a:pt x="84773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1398186" y="39366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863" y="89821"/>
                  </a:moveTo>
                  <a:cubicBezTo>
                    <a:pt x="69723" y="89821"/>
                    <a:pt x="89821" y="69723"/>
                    <a:pt x="89821" y="44863"/>
                  </a:cubicBezTo>
                  <a:cubicBezTo>
                    <a:pt x="89821" y="20003"/>
                    <a:pt x="69723" y="0"/>
                    <a:pt x="44863" y="0"/>
                  </a:cubicBezTo>
                  <a:cubicBezTo>
                    <a:pt x="20002" y="0"/>
                    <a:pt x="0" y="20003"/>
                    <a:pt x="0" y="44863"/>
                  </a:cubicBezTo>
                  <a:cubicBezTo>
                    <a:pt x="0" y="69723"/>
                    <a:pt x="20098" y="89821"/>
                    <a:pt x="44863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538680" y="38128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1682698" y="372428"/>
              <a:ext cx="132207" cy="132207"/>
            </a:xfrm>
            <a:custGeom>
              <a:avLst/>
              <a:gdLst/>
              <a:ahLst/>
              <a:cxnLst/>
              <a:rect l="l" t="t" r="r" b="b"/>
              <a:pathLst>
                <a:path w="132207" h="132207">
                  <a:moveTo>
                    <a:pt x="132207" y="66103"/>
                  </a:moveTo>
                  <a:cubicBezTo>
                    <a:pt x="132207" y="102680"/>
                    <a:pt x="102584" y="132207"/>
                    <a:pt x="66104" y="132207"/>
                  </a:cubicBezTo>
                  <a:cubicBezTo>
                    <a:pt x="29623" y="132207"/>
                    <a:pt x="0" y="102680"/>
                    <a:pt x="0" y="66103"/>
                  </a:cubicBezTo>
                  <a:cubicBezTo>
                    <a:pt x="0" y="29623"/>
                    <a:pt x="29623" y="0"/>
                    <a:pt x="66104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1843671" y="380524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7" y="116110"/>
                    <a:pt x="58102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102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2008739" y="392716"/>
              <a:ext cx="91631" cy="91631"/>
            </a:xfrm>
            <a:custGeom>
              <a:avLst/>
              <a:gdLst/>
              <a:ahLst/>
              <a:cxnLst/>
              <a:rect l="l" t="t" r="r" b="b"/>
              <a:pathLst>
                <a:path w="91631" h="91631">
                  <a:moveTo>
                    <a:pt x="45815" y="91631"/>
                  </a:moveTo>
                  <a:cubicBezTo>
                    <a:pt x="71057" y="91631"/>
                    <a:pt x="91631" y="71247"/>
                    <a:pt x="91631" y="45815"/>
                  </a:cubicBezTo>
                  <a:cubicBezTo>
                    <a:pt x="91631" y="20574"/>
                    <a:pt x="71152" y="0"/>
                    <a:pt x="45815" y="0"/>
                  </a:cubicBezTo>
                  <a:cubicBezTo>
                    <a:pt x="20574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1400663" y="549116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543348" y="53873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673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673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673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1690795" y="533400"/>
              <a:ext cx="116014" cy="116110"/>
            </a:xfrm>
            <a:custGeom>
              <a:avLst/>
              <a:gdLst/>
              <a:ahLst/>
              <a:cxnLst/>
              <a:rect l="l" t="t" r="r" b="b"/>
              <a:pathLst>
                <a:path w="116014" h="116110">
                  <a:moveTo>
                    <a:pt x="116014" y="58103"/>
                  </a:moveTo>
                  <a:cubicBezTo>
                    <a:pt x="116014" y="90106"/>
                    <a:pt x="90011" y="116110"/>
                    <a:pt x="58007" y="116110"/>
                  </a:cubicBezTo>
                  <a:cubicBezTo>
                    <a:pt x="25908" y="116110"/>
                    <a:pt x="0" y="90106"/>
                    <a:pt x="0" y="58103"/>
                  </a:cubicBezTo>
                  <a:cubicBezTo>
                    <a:pt x="0" y="26003"/>
                    <a:pt x="25908" y="0"/>
                    <a:pt x="58007" y="0"/>
                  </a:cubicBezTo>
                  <a:cubicBezTo>
                    <a:pt x="90011" y="0"/>
                    <a:pt x="116014" y="26003"/>
                    <a:pt x="116014" y="58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1848243" y="538162"/>
              <a:ext cx="106871" cy="106680"/>
            </a:xfrm>
            <a:custGeom>
              <a:avLst/>
              <a:gdLst/>
              <a:ahLst/>
              <a:cxnLst/>
              <a:rect l="l" t="t" r="r" b="b"/>
              <a:pathLst>
                <a:path w="106871" h="106680">
                  <a:moveTo>
                    <a:pt x="53435" y="106680"/>
                  </a:moveTo>
                  <a:cubicBezTo>
                    <a:pt x="82963" y="106680"/>
                    <a:pt x="106871" y="82772"/>
                    <a:pt x="106871" y="53340"/>
                  </a:cubicBezTo>
                  <a:cubicBezTo>
                    <a:pt x="106871" y="23812"/>
                    <a:pt x="82867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4003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2011216" y="548164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7"/>
                    <a:pt x="67246" y="86582"/>
                    <a:pt x="43339" y="86582"/>
                  </a:cubicBezTo>
                  <a:cubicBezTo>
                    <a:pt x="19431" y="86582"/>
                    <a:pt x="0" y="67247"/>
                    <a:pt x="0" y="43339"/>
                  </a:cubicBezTo>
                  <a:cubicBezTo>
                    <a:pt x="0" y="19431"/>
                    <a:pt x="19431" y="0"/>
                    <a:pt x="43339" y="0"/>
                  </a:cubicBezTo>
                  <a:cubicBezTo>
                    <a:pt x="67246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1408378" y="709612"/>
              <a:ext cx="69342" cy="69342"/>
            </a:xfrm>
            <a:custGeom>
              <a:avLst/>
              <a:gdLst/>
              <a:ahLst/>
              <a:cxnLst/>
              <a:rect l="l" t="t" r="r" b="b"/>
              <a:pathLst>
                <a:path w="69342" h="69342">
                  <a:moveTo>
                    <a:pt x="69342" y="34671"/>
                  </a:moveTo>
                  <a:cubicBezTo>
                    <a:pt x="69342" y="53816"/>
                    <a:pt x="53816" y="69342"/>
                    <a:pt x="34671" y="69342"/>
                  </a:cubicBezTo>
                  <a:cubicBezTo>
                    <a:pt x="15526" y="69342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1553634" y="701897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42386" y="84773"/>
                  </a:moveTo>
                  <a:cubicBezTo>
                    <a:pt x="65818" y="84773"/>
                    <a:pt x="84773" y="65818"/>
                    <a:pt x="84773" y="42386"/>
                  </a:cubicBezTo>
                  <a:cubicBezTo>
                    <a:pt x="84773" y="18955"/>
                    <a:pt x="65818" y="0"/>
                    <a:pt x="42386" y="0"/>
                  </a:cubicBezTo>
                  <a:cubicBezTo>
                    <a:pt x="18860" y="0"/>
                    <a:pt x="0" y="18955"/>
                    <a:pt x="0" y="42386"/>
                  </a:cubicBezTo>
                  <a:cubicBezTo>
                    <a:pt x="0" y="65818"/>
                    <a:pt x="18860" y="84773"/>
                    <a:pt x="42386" y="847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1702986" y="698468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152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479" y="0"/>
                    <a:pt x="0" y="20479"/>
                    <a:pt x="0" y="45815"/>
                  </a:cubicBezTo>
                  <a:cubicBezTo>
                    <a:pt x="0" y="71152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1858434" y="701040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4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4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4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2018931" y="708755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150"/>
                    <a:pt x="55245" y="71152"/>
                    <a:pt x="35624" y="71152"/>
                  </a:cubicBezTo>
                  <a:cubicBezTo>
                    <a:pt x="15907" y="71152"/>
                    <a:pt x="0" y="55150"/>
                    <a:pt x="0" y="35528"/>
                  </a:cubicBezTo>
                  <a:cubicBezTo>
                    <a:pt x="0" y="15907"/>
                    <a:pt x="15907" y="0"/>
                    <a:pt x="35624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88868" y="6053138"/>
            <a:ext cx="702183" cy="702183"/>
            <a:chOff x="88868" y="6053138"/>
            <a:chExt cx="702183" cy="702183"/>
          </a:xfrm>
        </p:grpSpPr>
        <p:sp>
          <p:nvSpPr>
            <p:cNvPr id="33" name="Freeform 33"/>
            <p:cNvSpPr/>
            <p:nvPr/>
          </p:nvSpPr>
          <p:spPr>
            <a:xfrm>
              <a:off x="99917" y="6064091"/>
              <a:ext cx="67818" cy="67913"/>
            </a:xfrm>
            <a:custGeom>
              <a:avLst/>
              <a:gdLst/>
              <a:ahLst/>
              <a:cxnLst/>
              <a:rect l="l" t="t" r="r" b="b"/>
              <a:pathLst>
                <a:path w="67818" h="67913">
                  <a:moveTo>
                    <a:pt x="33909" y="67913"/>
                  </a:moveTo>
                  <a:cubicBezTo>
                    <a:pt x="52578" y="67913"/>
                    <a:pt x="67818" y="52769"/>
                    <a:pt x="67818" y="34004"/>
                  </a:cubicBezTo>
                  <a:cubicBezTo>
                    <a:pt x="67818" y="15335"/>
                    <a:pt x="52673" y="0"/>
                    <a:pt x="33909" y="0"/>
                  </a:cubicBezTo>
                  <a:cubicBezTo>
                    <a:pt x="15240" y="0"/>
                    <a:pt x="0" y="15145"/>
                    <a:pt x="0" y="34004"/>
                  </a:cubicBezTo>
                  <a:cubicBezTo>
                    <a:pt x="0" y="52769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245078" y="6056566"/>
              <a:ext cx="83153" cy="83058"/>
            </a:xfrm>
            <a:custGeom>
              <a:avLst/>
              <a:gdLst/>
              <a:ahLst/>
              <a:cxnLst/>
              <a:rect l="l" t="t" r="r" b="b"/>
              <a:pathLst>
                <a:path w="83153" h="83058">
                  <a:moveTo>
                    <a:pt x="41719" y="83058"/>
                  </a:moveTo>
                  <a:cubicBezTo>
                    <a:pt x="64675" y="83058"/>
                    <a:pt x="83153" y="64484"/>
                    <a:pt x="83153" y="41529"/>
                  </a:cubicBezTo>
                  <a:cubicBezTo>
                    <a:pt x="83153" y="18574"/>
                    <a:pt x="64675" y="0"/>
                    <a:pt x="41719" y="0"/>
                  </a:cubicBezTo>
                  <a:cubicBezTo>
                    <a:pt x="18669" y="0"/>
                    <a:pt x="190" y="18574"/>
                    <a:pt x="190" y="41529"/>
                  </a:cubicBezTo>
                  <a:cubicBezTo>
                    <a:pt x="0" y="64484"/>
                    <a:pt x="18669" y="83058"/>
                    <a:pt x="41719" y="8305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94621" y="6053138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958" y="89821"/>
                  </a:moveTo>
                  <a:cubicBezTo>
                    <a:pt x="69818" y="89821"/>
                    <a:pt x="89821" y="69818"/>
                    <a:pt x="89821" y="44958"/>
                  </a:cubicBezTo>
                  <a:cubicBezTo>
                    <a:pt x="89821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958"/>
                  </a:cubicBezTo>
                  <a:cubicBezTo>
                    <a:pt x="0" y="69818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50069" y="6055709"/>
              <a:ext cx="84773" cy="84772"/>
            </a:xfrm>
            <a:custGeom>
              <a:avLst/>
              <a:gdLst/>
              <a:ahLst/>
              <a:cxnLst/>
              <a:rect l="l" t="t" r="r" b="b"/>
              <a:pathLst>
                <a:path w="84773" h="84772">
                  <a:moveTo>
                    <a:pt x="84773" y="42386"/>
                  </a:moveTo>
                  <a:cubicBezTo>
                    <a:pt x="84773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10565" y="6063520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34766" y="69342"/>
                  </a:moveTo>
                  <a:cubicBezTo>
                    <a:pt x="53912" y="69342"/>
                    <a:pt x="69437" y="53816"/>
                    <a:pt x="69437" y="34671"/>
                  </a:cubicBezTo>
                  <a:cubicBezTo>
                    <a:pt x="69437" y="15526"/>
                    <a:pt x="53912" y="0"/>
                    <a:pt x="34766" y="0"/>
                  </a:cubicBezTo>
                  <a:cubicBezTo>
                    <a:pt x="15526" y="0"/>
                    <a:pt x="0" y="15526"/>
                    <a:pt x="0" y="34671"/>
                  </a:cubicBezTo>
                  <a:cubicBezTo>
                    <a:pt x="0" y="53816"/>
                    <a:pt x="15526" y="69342"/>
                    <a:pt x="34766" y="693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2297" y="6209443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669"/>
                    <a:pt x="18574" y="0"/>
                    <a:pt x="41529" y="0"/>
                  </a:cubicBezTo>
                  <a:cubicBezTo>
                    <a:pt x="64484" y="0"/>
                    <a:pt x="83058" y="18669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234982" y="6199251"/>
              <a:ext cx="103537" cy="103442"/>
            </a:xfrm>
            <a:custGeom>
              <a:avLst/>
              <a:gdLst/>
              <a:ahLst/>
              <a:cxnLst/>
              <a:rect l="l" t="t" r="r" b="b"/>
              <a:pathLst>
                <a:path w="103537" h="103442">
                  <a:moveTo>
                    <a:pt x="51721" y="103442"/>
                  </a:moveTo>
                  <a:cubicBezTo>
                    <a:pt x="80296" y="103442"/>
                    <a:pt x="103537" y="80391"/>
                    <a:pt x="103537" y="51721"/>
                  </a:cubicBezTo>
                  <a:cubicBezTo>
                    <a:pt x="103537" y="23146"/>
                    <a:pt x="80391" y="0"/>
                    <a:pt x="51721" y="0"/>
                  </a:cubicBezTo>
                  <a:cubicBezTo>
                    <a:pt x="23241" y="0"/>
                    <a:pt x="0" y="23241"/>
                    <a:pt x="0" y="51721"/>
                  </a:cubicBezTo>
                  <a:cubicBezTo>
                    <a:pt x="0" y="80296"/>
                    <a:pt x="23146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382238" y="619372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868"/>
                    <a:pt x="88963" y="114586"/>
                    <a:pt x="57340" y="114586"/>
                  </a:cubicBezTo>
                  <a:cubicBezTo>
                    <a:pt x="25717" y="114586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539877" y="6198394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105251" y="52578"/>
                  </a:moveTo>
                  <a:cubicBezTo>
                    <a:pt x="105251" y="81629"/>
                    <a:pt x="81629" y="105251"/>
                    <a:pt x="52578" y="105251"/>
                  </a:cubicBezTo>
                  <a:cubicBezTo>
                    <a:pt x="23527" y="105251"/>
                    <a:pt x="0" y="81629"/>
                    <a:pt x="0" y="52578"/>
                  </a:cubicBezTo>
                  <a:cubicBezTo>
                    <a:pt x="0" y="23527"/>
                    <a:pt x="23527" y="0"/>
                    <a:pt x="52578" y="0"/>
                  </a:cubicBezTo>
                  <a:cubicBezTo>
                    <a:pt x="81629" y="0"/>
                    <a:pt x="105251" y="23527"/>
                    <a:pt x="105251" y="5257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02850" y="6208586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84868" y="42386"/>
                  </a:moveTo>
                  <a:cubicBezTo>
                    <a:pt x="84868" y="65818"/>
                    <a:pt x="65818" y="84772"/>
                    <a:pt x="42481" y="84772"/>
                  </a:cubicBezTo>
                  <a:cubicBezTo>
                    <a:pt x="19050" y="84772"/>
                    <a:pt x="0" y="65818"/>
                    <a:pt x="0" y="42386"/>
                  </a:cubicBezTo>
                  <a:cubicBezTo>
                    <a:pt x="0" y="18955"/>
                    <a:pt x="19050" y="0"/>
                    <a:pt x="42481" y="0"/>
                  </a:cubicBezTo>
                  <a:cubicBezTo>
                    <a:pt x="65818" y="0"/>
                    <a:pt x="84868" y="18955"/>
                    <a:pt x="84868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8868" y="6358890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229457" y="6346508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245"/>
                  </a:moveTo>
                  <a:cubicBezTo>
                    <a:pt x="114586" y="88964"/>
                    <a:pt x="88964" y="114586"/>
                    <a:pt x="57340" y="114586"/>
                  </a:cubicBezTo>
                  <a:cubicBezTo>
                    <a:pt x="25622" y="114586"/>
                    <a:pt x="0" y="88964"/>
                    <a:pt x="0" y="57245"/>
                  </a:cubicBezTo>
                  <a:cubicBezTo>
                    <a:pt x="0" y="25622"/>
                    <a:pt x="25622" y="0"/>
                    <a:pt x="57340" y="0"/>
                  </a:cubicBezTo>
                  <a:cubicBezTo>
                    <a:pt x="88964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373475" y="6337649"/>
              <a:ext cx="132207" cy="132302"/>
            </a:xfrm>
            <a:custGeom>
              <a:avLst/>
              <a:gdLst/>
              <a:ahLst/>
              <a:cxnLst/>
              <a:rect l="l" t="t" r="r" b="b"/>
              <a:pathLst>
                <a:path w="132207" h="132302">
                  <a:moveTo>
                    <a:pt x="132207" y="66103"/>
                  </a:moveTo>
                  <a:cubicBezTo>
                    <a:pt x="132207" y="102679"/>
                    <a:pt x="102584" y="132302"/>
                    <a:pt x="66103" y="132302"/>
                  </a:cubicBezTo>
                  <a:cubicBezTo>
                    <a:pt x="29528" y="132302"/>
                    <a:pt x="0" y="102679"/>
                    <a:pt x="0" y="66103"/>
                  </a:cubicBezTo>
                  <a:cubicBezTo>
                    <a:pt x="0" y="29623"/>
                    <a:pt x="29528" y="0"/>
                    <a:pt x="66103" y="0"/>
                  </a:cubicBezTo>
                  <a:cubicBezTo>
                    <a:pt x="102584" y="0"/>
                    <a:pt x="132207" y="29623"/>
                    <a:pt x="132207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534448" y="6345746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007"/>
                  </a:moveTo>
                  <a:cubicBezTo>
                    <a:pt x="116110" y="90106"/>
                    <a:pt x="90106" y="116110"/>
                    <a:pt x="58007" y="116110"/>
                  </a:cubicBezTo>
                  <a:cubicBezTo>
                    <a:pt x="26003" y="116110"/>
                    <a:pt x="0" y="90106"/>
                    <a:pt x="0" y="58007"/>
                  </a:cubicBezTo>
                  <a:cubicBezTo>
                    <a:pt x="0" y="26003"/>
                    <a:pt x="26003" y="0"/>
                    <a:pt x="58007" y="0"/>
                  </a:cubicBezTo>
                  <a:cubicBezTo>
                    <a:pt x="90106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99516" y="6358033"/>
              <a:ext cx="91535" cy="91535"/>
            </a:xfrm>
            <a:custGeom>
              <a:avLst/>
              <a:gdLst/>
              <a:ahLst/>
              <a:cxnLst/>
              <a:rect l="l" t="t" r="r" b="b"/>
              <a:pathLst>
                <a:path w="91535" h="91535">
                  <a:moveTo>
                    <a:pt x="45815" y="91535"/>
                  </a:moveTo>
                  <a:cubicBezTo>
                    <a:pt x="70961" y="91535"/>
                    <a:pt x="91535" y="71152"/>
                    <a:pt x="91535" y="45720"/>
                  </a:cubicBezTo>
                  <a:cubicBezTo>
                    <a:pt x="91535" y="20574"/>
                    <a:pt x="71152" y="0"/>
                    <a:pt x="45815" y="0"/>
                  </a:cubicBezTo>
                  <a:cubicBezTo>
                    <a:pt x="20574" y="0"/>
                    <a:pt x="0" y="20383"/>
                    <a:pt x="0" y="45720"/>
                  </a:cubicBezTo>
                  <a:cubicBezTo>
                    <a:pt x="0" y="71152"/>
                    <a:pt x="20574" y="91535"/>
                    <a:pt x="45815" y="9153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1440" y="6514338"/>
              <a:ext cx="84772" cy="84773"/>
            </a:xfrm>
            <a:custGeom>
              <a:avLst/>
              <a:gdLst/>
              <a:ahLst/>
              <a:cxnLst/>
              <a:rect l="l" t="t" r="r" b="b"/>
              <a:pathLst>
                <a:path w="84772" h="84773">
                  <a:moveTo>
                    <a:pt x="84772" y="42386"/>
                  </a:moveTo>
                  <a:cubicBezTo>
                    <a:pt x="84772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234124" y="6503956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578" y="105251"/>
                  </a:moveTo>
                  <a:cubicBezTo>
                    <a:pt x="81629" y="105251"/>
                    <a:pt x="105251" y="81629"/>
                    <a:pt x="105251" y="52673"/>
                  </a:cubicBezTo>
                  <a:cubicBezTo>
                    <a:pt x="105251" y="23622"/>
                    <a:pt x="81629" y="0"/>
                    <a:pt x="52578" y="0"/>
                  </a:cubicBezTo>
                  <a:cubicBezTo>
                    <a:pt x="23622" y="0"/>
                    <a:pt x="0" y="23622"/>
                    <a:pt x="0" y="52673"/>
                  </a:cubicBezTo>
                  <a:cubicBezTo>
                    <a:pt x="0" y="81820"/>
                    <a:pt x="23622" y="105251"/>
                    <a:pt x="52578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381476" y="6498717"/>
              <a:ext cx="116110" cy="116015"/>
            </a:xfrm>
            <a:custGeom>
              <a:avLst/>
              <a:gdLst/>
              <a:ahLst/>
              <a:cxnLst/>
              <a:rect l="l" t="t" r="r" b="b"/>
              <a:pathLst>
                <a:path w="116110" h="116015">
                  <a:moveTo>
                    <a:pt x="116110" y="58007"/>
                  </a:moveTo>
                  <a:cubicBezTo>
                    <a:pt x="116110" y="90107"/>
                    <a:pt x="90107" y="116015"/>
                    <a:pt x="58103" y="116015"/>
                  </a:cubicBezTo>
                  <a:cubicBezTo>
                    <a:pt x="26003" y="116015"/>
                    <a:pt x="0" y="90107"/>
                    <a:pt x="0" y="58007"/>
                  </a:cubicBezTo>
                  <a:cubicBezTo>
                    <a:pt x="0" y="26003"/>
                    <a:pt x="26003" y="0"/>
                    <a:pt x="58103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539020" y="6503384"/>
              <a:ext cx="106870" cy="106680"/>
            </a:xfrm>
            <a:custGeom>
              <a:avLst/>
              <a:gdLst/>
              <a:ahLst/>
              <a:cxnLst/>
              <a:rect l="l" t="t" r="r" b="b"/>
              <a:pathLst>
                <a:path w="106870" h="106680">
                  <a:moveTo>
                    <a:pt x="53435" y="106680"/>
                  </a:moveTo>
                  <a:cubicBezTo>
                    <a:pt x="82963" y="106680"/>
                    <a:pt x="106870" y="82772"/>
                    <a:pt x="106870" y="53340"/>
                  </a:cubicBezTo>
                  <a:cubicBezTo>
                    <a:pt x="106870" y="23812"/>
                    <a:pt x="82868" y="0"/>
                    <a:pt x="53435" y="0"/>
                  </a:cubicBezTo>
                  <a:cubicBezTo>
                    <a:pt x="24098" y="0"/>
                    <a:pt x="95" y="23908"/>
                    <a:pt x="95" y="53340"/>
                  </a:cubicBezTo>
                  <a:cubicBezTo>
                    <a:pt x="0" y="82772"/>
                    <a:pt x="23908" y="106680"/>
                    <a:pt x="53435" y="10668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01992" y="6513481"/>
              <a:ext cx="86582" cy="86487"/>
            </a:xfrm>
            <a:custGeom>
              <a:avLst/>
              <a:gdLst/>
              <a:ahLst/>
              <a:cxnLst/>
              <a:rect l="l" t="t" r="r" b="b"/>
              <a:pathLst>
                <a:path w="86582" h="86487">
                  <a:moveTo>
                    <a:pt x="86582" y="43243"/>
                  </a:moveTo>
                  <a:cubicBezTo>
                    <a:pt x="86582" y="67151"/>
                    <a:pt x="67151" y="86487"/>
                    <a:pt x="43339" y="86487"/>
                  </a:cubicBezTo>
                  <a:cubicBezTo>
                    <a:pt x="19431" y="86487"/>
                    <a:pt x="0" y="67151"/>
                    <a:pt x="0" y="43243"/>
                  </a:cubicBezTo>
                  <a:cubicBezTo>
                    <a:pt x="0" y="19336"/>
                    <a:pt x="19431" y="0"/>
                    <a:pt x="43339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99155" y="6674834"/>
              <a:ext cx="69342" cy="69437"/>
            </a:xfrm>
            <a:custGeom>
              <a:avLst/>
              <a:gdLst/>
              <a:ahLst/>
              <a:cxnLst/>
              <a:rect l="l" t="t" r="r" b="b"/>
              <a:pathLst>
                <a:path w="69342" h="69437">
                  <a:moveTo>
                    <a:pt x="69342" y="34671"/>
                  </a:moveTo>
                  <a:cubicBezTo>
                    <a:pt x="69342" y="53816"/>
                    <a:pt x="53816" y="69437"/>
                    <a:pt x="34671" y="69437"/>
                  </a:cubicBezTo>
                  <a:cubicBezTo>
                    <a:pt x="15526" y="69437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342" y="15526"/>
                    <a:pt x="69342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244316" y="6667119"/>
              <a:ext cx="84868" cy="84772"/>
            </a:xfrm>
            <a:custGeom>
              <a:avLst/>
              <a:gdLst/>
              <a:ahLst/>
              <a:cxnLst/>
              <a:rect l="l" t="t" r="r" b="b"/>
              <a:pathLst>
                <a:path w="84868" h="84772">
                  <a:moveTo>
                    <a:pt x="42386" y="84772"/>
                  </a:moveTo>
                  <a:cubicBezTo>
                    <a:pt x="65913" y="84772"/>
                    <a:pt x="84868" y="65913"/>
                    <a:pt x="84868" y="42386"/>
                  </a:cubicBezTo>
                  <a:cubicBezTo>
                    <a:pt x="84868" y="18955"/>
                    <a:pt x="65913" y="0"/>
                    <a:pt x="42386" y="0"/>
                  </a:cubicBezTo>
                  <a:cubicBezTo>
                    <a:pt x="18955" y="0"/>
                    <a:pt x="0" y="18955"/>
                    <a:pt x="0" y="42386"/>
                  </a:cubicBezTo>
                  <a:cubicBezTo>
                    <a:pt x="0" y="65913"/>
                    <a:pt x="18955" y="84772"/>
                    <a:pt x="42386" y="8477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393764" y="6663690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6" y="91631"/>
                    <a:pt x="91630" y="71247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383" y="0"/>
                    <a:pt x="0" y="20479"/>
                    <a:pt x="0" y="45815"/>
                  </a:cubicBezTo>
                  <a:cubicBezTo>
                    <a:pt x="0" y="71247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549212" y="6666262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243"/>
                  </a:moveTo>
                  <a:cubicBezTo>
                    <a:pt x="86582" y="67151"/>
                    <a:pt x="67151" y="86582"/>
                    <a:pt x="43244" y="86582"/>
                  </a:cubicBezTo>
                  <a:cubicBezTo>
                    <a:pt x="19336" y="86582"/>
                    <a:pt x="0" y="67151"/>
                    <a:pt x="0" y="43243"/>
                  </a:cubicBezTo>
                  <a:cubicBezTo>
                    <a:pt x="0" y="19336"/>
                    <a:pt x="19336" y="0"/>
                    <a:pt x="43244" y="0"/>
                  </a:cubicBezTo>
                  <a:cubicBezTo>
                    <a:pt x="67151" y="0"/>
                    <a:pt x="86582" y="19336"/>
                    <a:pt x="86582" y="4324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09708" y="6673977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528"/>
                  </a:moveTo>
                  <a:cubicBezTo>
                    <a:pt x="71152" y="55245"/>
                    <a:pt x="55245" y="71152"/>
                    <a:pt x="35623" y="71152"/>
                  </a:cubicBezTo>
                  <a:cubicBezTo>
                    <a:pt x="15907" y="71152"/>
                    <a:pt x="0" y="55245"/>
                    <a:pt x="0" y="35528"/>
                  </a:cubicBezTo>
                  <a:cubicBezTo>
                    <a:pt x="0" y="15907"/>
                    <a:pt x="15907" y="0"/>
                    <a:pt x="35623" y="0"/>
                  </a:cubicBezTo>
                  <a:cubicBezTo>
                    <a:pt x="55245" y="0"/>
                    <a:pt x="71152" y="15907"/>
                    <a:pt x="71152" y="3552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0156317" y="5373814"/>
            <a:ext cx="1397318" cy="877157"/>
            <a:chOff x="10156317" y="5373814"/>
            <a:chExt cx="1397318" cy="877157"/>
          </a:xfrm>
        </p:grpSpPr>
        <p:sp>
          <p:nvSpPr>
            <p:cNvPr id="59" name="Freeform 59"/>
            <p:cNvSpPr/>
            <p:nvPr/>
          </p:nvSpPr>
          <p:spPr>
            <a:xfrm>
              <a:off x="10156317" y="5373814"/>
              <a:ext cx="1397318" cy="877157"/>
            </a:xfrm>
            <a:custGeom>
              <a:avLst/>
              <a:gdLst/>
              <a:ahLst/>
              <a:cxnLst/>
              <a:rect l="l" t="t" r="r" b="b"/>
              <a:pathLst>
                <a:path w="1397318" h="877157">
                  <a:moveTo>
                    <a:pt x="1363123" y="224600"/>
                  </a:moveTo>
                  <a:lnTo>
                    <a:pt x="714851" y="3429"/>
                  </a:lnTo>
                  <a:cubicBezTo>
                    <a:pt x="704469" y="0"/>
                    <a:pt x="692849" y="0"/>
                    <a:pt x="682466" y="3429"/>
                  </a:cubicBezTo>
                  <a:lnTo>
                    <a:pt x="34195" y="224600"/>
                  </a:lnTo>
                  <a:cubicBezTo>
                    <a:pt x="13907" y="230981"/>
                    <a:pt x="0" y="250031"/>
                    <a:pt x="0" y="272034"/>
                  </a:cubicBezTo>
                  <a:cubicBezTo>
                    <a:pt x="0" y="293370"/>
                    <a:pt x="13907" y="312420"/>
                    <a:pt x="34195" y="319373"/>
                  </a:cubicBezTo>
                  <a:lnTo>
                    <a:pt x="286321" y="404812"/>
                  </a:lnTo>
                  <a:lnTo>
                    <a:pt x="286321" y="665798"/>
                  </a:lnTo>
                  <a:cubicBezTo>
                    <a:pt x="286321" y="677990"/>
                    <a:pt x="290893" y="690086"/>
                    <a:pt x="298990" y="699326"/>
                  </a:cubicBezTo>
                  <a:cubicBezTo>
                    <a:pt x="401955" y="811911"/>
                    <a:pt x="548831" y="877157"/>
                    <a:pt x="701516" y="877157"/>
                  </a:cubicBezTo>
                  <a:cubicBezTo>
                    <a:pt x="853059" y="877157"/>
                    <a:pt x="993648" y="816578"/>
                    <a:pt x="1097661" y="706279"/>
                  </a:cubicBezTo>
                  <a:cubicBezTo>
                    <a:pt x="1106424" y="697040"/>
                    <a:pt x="1110996" y="684848"/>
                    <a:pt x="1110996" y="672179"/>
                  </a:cubicBezTo>
                  <a:lnTo>
                    <a:pt x="1110996" y="405384"/>
                  </a:lnTo>
                  <a:lnTo>
                    <a:pt x="1215104" y="369570"/>
                  </a:lnTo>
                  <a:lnTo>
                    <a:pt x="1215104" y="495491"/>
                  </a:lnTo>
                  <a:cubicBezTo>
                    <a:pt x="1203579" y="504730"/>
                    <a:pt x="1196054" y="518541"/>
                    <a:pt x="1196054" y="534734"/>
                  </a:cubicBezTo>
                  <a:lnTo>
                    <a:pt x="1196054" y="657130"/>
                  </a:lnTo>
                  <a:cubicBezTo>
                    <a:pt x="1196054" y="684276"/>
                    <a:pt x="1218533" y="706850"/>
                    <a:pt x="1246346" y="706850"/>
                  </a:cubicBezTo>
                  <a:cubicBezTo>
                    <a:pt x="1274064" y="706850"/>
                    <a:pt x="1296067" y="684276"/>
                    <a:pt x="1296067" y="657130"/>
                  </a:cubicBezTo>
                  <a:lnTo>
                    <a:pt x="1296067" y="534734"/>
                  </a:lnTo>
                  <a:cubicBezTo>
                    <a:pt x="1296067" y="518541"/>
                    <a:pt x="1288542" y="504730"/>
                    <a:pt x="1277017" y="495491"/>
                  </a:cubicBezTo>
                  <a:lnTo>
                    <a:pt x="1277017" y="348806"/>
                  </a:lnTo>
                  <a:lnTo>
                    <a:pt x="1363123" y="319373"/>
                  </a:lnTo>
                  <a:cubicBezTo>
                    <a:pt x="1383982" y="312420"/>
                    <a:pt x="1397318" y="293370"/>
                    <a:pt x="1397318" y="272034"/>
                  </a:cubicBezTo>
                  <a:cubicBezTo>
                    <a:pt x="1397318" y="250031"/>
                    <a:pt x="1383411" y="230981"/>
                    <a:pt x="1363123" y="224600"/>
                  </a:cubicBezTo>
                  <a:close/>
                  <a:moveTo>
                    <a:pt x="1010984" y="651415"/>
                  </a:moveTo>
                  <a:cubicBezTo>
                    <a:pt x="927640" y="732187"/>
                    <a:pt x="818388" y="776669"/>
                    <a:pt x="701516" y="776669"/>
                  </a:cubicBezTo>
                  <a:cubicBezTo>
                    <a:pt x="583597" y="776669"/>
                    <a:pt x="469678" y="729329"/>
                    <a:pt x="386334" y="645605"/>
                  </a:cubicBezTo>
                  <a:lnTo>
                    <a:pt x="386334" y="438912"/>
                  </a:lnTo>
                  <a:lnTo>
                    <a:pt x="684181" y="539972"/>
                  </a:lnTo>
                  <a:cubicBezTo>
                    <a:pt x="689420" y="541687"/>
                    <a:pt x="694658" y="542258"/>
                    <a:pt x="700373" y="542258"/>
                  </a:cubicBezTo>
                  <a:cubicBezTo>
                    <a:pt x="705612" y="542258"/>
                    <a:pt x="710851" y="541687"/>
                    <a:pt x="716566" y="539972"/>
                  </a:cubicBezTo>
                  <a:lnTo>
                    <a:pt x="1010984" y="439484"/>
                  </a:lnTo>
                  <a:lnTo>
                    <a:pt x="1010984" y="651415"/>
                  </a:lnTo>
                  <a:close/>
                  <a:moveTo>
                    <a:pt x="699802" y="439484"/>
                  </a:moveTo>
                  <a:lnTo>
                    <a:pt x="205931" y="271367"/>
                  </a:lnTo>
                  <a:lnTo>
                    <a:pt x="698659" y="103918"/>
                  </a:lnTo>
                  <a:lnTo>
                    <a:pt x="1191959" y="272034"/>
                  </a:lnTo>
                  <a:lnTo>
                    <a:pt x="699802" y="439484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869758" y="2076926"/>
            <a:ext cx="4953000" cy="1889760"/>
            <a:chOff x="1869758" y="2076926"/>
            <a:chExt cx="4953000" cy="1889760"/>
          </a:xfrm>
        </p:grpSpPr>
        <p:sp>
          <p:nvSpPr>
            <p:cNvPr id="61" name="Rectangle 61"/>
            <p:cNvSpPr/>
            <p:nvPr/>
          </p:nvSpPr>
          <p:spPr>
            <a:xfrm>
              <a:off x="3455575" y="2275046"/>
              <a:ext cx="1781270" cy="15696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869758" y="2076926"/>
              <a:ext cx="4953000" cy="1889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9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05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869758" y="3659981"/>
            <a:ext cx="4953000" cy="369380"/>
            <a:chOff x="1869758" y="3659981"/>
            <a:chExt cx="4953000" cy="369380"/>
          </a:xfrm>
        </p:grpSpPr>
        <p:sp>
          <p:nvSpPr>
            <p:cNvPr id="64" name="Rectangle 64"/>
            <p:cNvSpPr/>
            <p:nvPr/>
          </p:nvSpPr>
          <p:spPr>
            <a:xfrm>
              <a:off x="3534156" y="3659981"/>
              <a:ext cx="1624108" cy="36938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869758" y="3659981"/>
              <a:ext cx="4953000" cy="354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PART FIVE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886831" y="2482120"/>
            <a:ext cx="5044440" cy="866204"/>
            <a:chOff x="5886831" y="2482120"/>
            <a:chExt cx="5044440" cy="866204"/>
          </a:xfrm>
        </p:grpSpPr>
        <p:sp>
          <p:nvSpPr>
            <p:cNvPr id="67" name="Rectangle 67"/>
            <p:cNvSpPr/>
            <p:nvPr/>
          </p:nvSpPr>
          <p:spPr>
            <a:xfrm>
              <a:off x="5886831" y="2548128"/>
              <a:ext cx="2595562" cy="7694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78271" y="2482120"/>
              <a:ext cx="4953000" cy="8662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4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结论与讨论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950363" y="3429000"/>
            <a:ext cx="5044440" cy="338518"/>
            <a:chOff x="5950363" y="3429000"/>
            <a:chExt cx="5044440" cy="338518"/>
          </a:xfrm>
        </p:grpSpPr>
        <p:sp>
          <p:nvSpPr>
            <p:cNvPr id="70" name="Rectangle 70"/>
            <p:cNvSpPr/>
            <p:nvPr/>
          </p:nvSpPr>
          <p:spPr>
            <a:xfrm>
              <a:off x="5950363" y="3429000"/>
              <a:ext cx="2666905" cy="33851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041803" y="3434048"/>
              <a:ext cx="4953000" cy="314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00" dirty="0">
                  <a:solidFill>
                    <a:srgbClr val="FFFFFF"/>
                  </a:solidFill>
                  <a:latin typeface="微软雅黑 Light"/>
                  <a:ea typeface="Microsoft YaHei"/>
                  <a:cs typeface="微软雅黑 Light"/>
                </a:rPr>
                <a:t>Conclusion and Discussion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19310" y="400050"/>
            <a:ext cx="1685530" cy="304800"/>
            <a:chOff x="519310" y="400050"/>
            <a:chExt cx="1685530" cy="304800"/>
          </a:xfrm>
        </p:grpSpPr>
        <p:pic>
          <p:nvPicPr>
            <p:cNvPr id="73" name="Image 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10" y="400050"/>
              <a:ext cx="1685530" cy="3048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32" grpId="0"/>
      <p:bldP spid="58" grpId="0"/>
      <p:bldP spid="60" grpId="0"/>
      <p:bldP spid="63" grpId="0"/>
      <p:bldP spid="66" grpId="0"/>
      <p:bldP spid="69" grpId="0"/>
      <p:bldP spid="72" grpId="0"/>
      <p:bldP spid="7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26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4830604"/>
              <a:ext cx="2772251" cy="781050"/>
              <a:chOff x="0" y="4830604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4830604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545363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499814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1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5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1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4830604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结论与讨论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制度反思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导师制问题不只发生在个体之间，也暴露匹配与评价机制不足。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2952750" y="2000250"/>
              <a:ext cx="8667750" cy="3448050"/>
              <a:chOff x="2952750" y="2000250"/>
              <a:chExt cx="8667750" cy="34480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000250"/>
                <a:ext cx="4112436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1028700">
                    <a:moveTo>
                      <a:pt x="55360" y="0"/>
                    </a:moveTo>
                    <a:lnTo>
                      <a:pt x="4057076" y="0"/>
                    </a:lnTo>
                    <a:cubicBezTo>
                      <a:pt x="4087650" y="0"/>
                      <a:pt x="4112436" y="29851"/>
                      <a:pt x="4112436" y="66675"/>
                    </a:cubicBezTo>
                    <a:lnTo>
                      <a:pt x="4112436" y="962025"/>
                    </a:lnTo>
                    <a:cubicBezTo>
                      <a:pt x="4112436" y="998849"/>
                      <a:pt x="4087650" y="1028700"/>
                      <a:pt x="4057076" y="1028700"/>
                    </a:cubicBezTo>
                    <a:lnTo>
                      <a:pt x="55360" y="1028700"/>
                    </a:lnTo>
                    <a:cubicBezTo>
                      <a:pt x="24786" y="1028700"/>
                      <a:pt x="0" y="998849"/>
                      <a:pt x="0" y="962025"/>
                    </a:cubicBezTo>
                    <a:lnTo>
                      <a:pt x="0" y="66675"/>
                    </a:lnTo>
                    <a:cubicBezTo>
                      <a:pt x="0" y="29851"/>
                      <a:pt x="24786" y="0"/>
                      <a:pt x="553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8B0012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107459" y="216023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制度起点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112279" y="2525049"/>
                <a:ext cx="4185866" cy="23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3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导师准入和导生匹配存在固化、封闭与责权不一的问题。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7508064" y="2000250"/>
                <a:ext cx="4112436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4112436" h="1028700">
                    <a:moveTo>
                      <a:pt x="55360" y="0"/>
                    </a:moveTo>
                    <a:lnTo>
                      <a:pt x="4057076" y="0"/>
                    </a:lnTo>
                    <a:cubicBezTo>
                      <a:pt x="4087650" y="0"/>
                      <a:pt x="4112436" y="29851"/>
                      <a:pt x="4112436" y="66675"/>
                    </a:cubicBezTo>
                    <a:lnTo>
                      <a:pt x="4112436" y="962025"/>
                    </a:lnTo>
                    <a:cubicBezTo>
                      <a:pt x="4112436" y="998849"/>
                      <a:pt x="4087650" y="1028700"/>
                      <a:pt x="4057076" y="1028700"/>
                    </a:cubicBezTo>
                    <a:lnTo>
                      <a:pt x="55360" y="1028700"/>
                    </a:lnTo>
                    <a:cubicBezTo>
                      <a:pt x="24786" y="1028700"/>
                      <a:pt x="0" y="998849"/>
                      <a:pt x="0" y="962025"/>
                    </a:cubicBezTo>
                    <a:lnTo>
                      <a:pt x="0" y="66675"/>
                    </a:lnTo>
                    <a:cubicBezTo>
                      <a:pt x="0" y="29851"/>
                      <a:pt x="24786" y="0"/>
                      <a:pt x="553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8B0012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62773" y="216023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运行评价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667593" y="2525049"/>
                <a:ext cx="2855643" cy="23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3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教育性与学术性淡化，导师评价缺失，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667593" y="2717835"/>
                <a:ext cx="1525419" cy="23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3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学生评价容易失声。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55392" y="3130925"/>
                <a:ext cx="2062466" cy="2383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73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表一 导生关系内涵及本质</a:t>
                </a:r>
              </a:p>
            </p:txBody>
          </p:sp>
          <p:pic>
            <p:nvPicPr>
              <p:cNvPr id="46" name="Image 4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98205" y="3400425"/>
                <a:ext cx="5376841" cy="2047875"/>
              </a:xfrm>
              <a:prstGeom prst="rect">
                <a:avLst/>
              </a:prstGeom>
            </p:spPr>
          </p:pic>
        </p:grpSp>
      </p:grpSp>
      <p:grpSp>
        <p:nvGrpSpPr>
          <p:cNvPr id="50" name="Group 50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8" grpId="0"/>
      <p:bldP spid="5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27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4830604"/>
              <a:ext cx="2772251" cy="781050"/>
              <a:chOff x="0" y="4830604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4830604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545363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499814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1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5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1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4830604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结论与讨论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结论建议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改进导生关系需要同步完善匹配、沟通和评价机制。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952750" y="2000250"/>
            <a:ext cx="8667750" cy="4191000"/>
            <a:chOff x="2952750" y="2000250"/>
            <a:chExt cx="8667750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2952750" y="2228850"/>
              <a:ext cx="8430494" cy="2857500"/>
              <a:chOff x="2952750" y="2228850"/>
              <a:chExt cx="8430494" cy="2857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952750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2952750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3063718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487069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匹配机制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158372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减少单向分配和信息不对称，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建立更充分的互选基础。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878906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878906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989874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413225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沟通机制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084528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把学术、生活和情感支持纳入常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态责任。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8805063" y="2228850"/>
                <a:ext cx="257818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578181" h="2857500">
                    <a:moveTo>
                      <a:pt x="63268" y="0"/>
                    </a:moveTo>
                    <a:lnTo>
                      <a:pt x="2514913" y="0"/>
                    </a:lnTo>
                    <a:cubicBezTo>
                      <a:pt x="2549855" y="0"/>
                      <a:pt x="2578181" y="34116"/>
                      <a:pt x="2578181" y="76200"/>
                    </a:cubicBezTo>
                    <a:lnTo>
                      <a:pt x="2578181" y="2781300"/>
                    </a:lnTo>
                    <a:cubicBezTo>
                      <a:pt x="2578181" y="2823384"/>
                      <a:pt x="2549855" y="2857500"/>
                      <a:pt x="2514913" y="2857500"/>
                    </a:cubicBezTo>
                    <a:lnTo>
                      <a:pt x="63268" y="2857500"/>
                    </a:lnTo>
                    <a:cubicBezTo>
                      <a:pt x="28326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28326" y="0"/>
                      <a:pt x="63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8B0012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8805063" y="2228850"/>
                <a:ext cx="411244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11244" h="495300">
                    <a:moveTo>
                      <a:pt x="47451" y="0"/>
                    </a:moveTo>
                    <a:lnTo>
                      <a:pt x="363793" y="0"/>
                    </a:lnTo>
                    <a:cubicBezTo>
                      <a:pt x="389999" y="0"/>
                      <a:pt x="411244" y="25587"/>
                      <a:pt x="411244" y="57150"/>
                    </a:cubicBezTo>
                    <a:lnTo>
                      <a:pt x="411244" y="438150"/>
                    </a:lnTo>
                    <a:cubicBezTo>
                      <a:pt x="411244" y="469713"/>
                      <a:pt x="389999" y="495300"/>
                      <a:pt x="363793" y="495300"/>
                    </a:cubicBezTo>
                    <a:lnTo>
                      <a:pt x="47451" y="495300"/>
                    </a:lnTo>
                    <a:cubicBezTo>
                      <a:pt x="21245" y="495300"/>
                      <a:pt x="0" y="469713"/>
                      <a:pt x="0" y="438150"/>
                    </a:cubicBezTo>
                    <a:lnTo>
                      <a:pt x="0" y="57150"/>
                    </a:lnTo>
                    <a:cubicBezTo>
                      <a:pt x="0" y="25587"/>
                      <a:pt x="21245" y="0"/>
                      <a:pt x="47451" y="0"/>
                    </a:cubicBez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916031" y="2376011"/>
                <a:ext cx="189308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339382" y="2407882"/>
                <a:ext cx="969714" cy="308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18" b="1" dirty="0">
                    <a:solidFill>
                      <a:srgbClr val="8B0012"/>
                    </a:solidFill>
                    <a:latin typeface="微软雅黑"/>
                    <a:ea typeface="Microsoft YaHei"/>
                    <a:cs typeface="微软雅黑"/>
                  </a:rPr>
                  <a:t>评价机制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010685" y="2952750"/>
                <a:ext cx="2151120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完善学生评价和反馈渠道，</a:t>
                </a:r>
              </a:p>
              <a:p>
                <a:pPr algn="l"/>
                <a:r>
                  <a:rPr lang="zh-CN" sz="131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及时识别并调整失衡关系。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54" grpId="0"/>
      <p:bldP spid="5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747468" y="6413468"/>
            <a:ext cx="444532" cy="444532"/>
            <a:chOff x="11747468" y="6413468"/>
            <a:chExt cx="444532" cy="444532"/>
          </a:xfrm>
        </p:grpSpPr>
        <p:sp>
          <p:nvSpPr>
            <p:cNvPr id="3" name="Rectangle 3"/>
            <p:cNvSpPr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747468" y="6413468"/>
              <a:ext cx="444532" cy="444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28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0"/>
            <a:ext cx="2772251" cy="6858000"/>
            <a:chOff x="0" y="0"/>
            <a:chExt cx="2772251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2413444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71640" y="1683258"/>
              <a:ext cx="1856614" cy="3670364"/>
              <a:chOff x="171640" y="1683258"/>
              <a:chExt cx="1856614" cy="367036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71640" y="1683258"/>
                <a:ext cx="1593724" cy="377095"/>
                <a:chOff x="171640" y="1683258"/>
                <a:chExt cx="1593724" cy="37709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1640" y="168325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7749" y="240220"/>
                      </a:moveTo>
                      <a:lnTo>
                        <a:pt x="197072" y="159544"/>
                      </a:lnTo>
                      <a:cubicBezTo>
                        <a:pt x="218789" y="121349"/>
                        <a:pt x="213360" y="71723"/>
                        <a:pt x="180784" y="39148"/>
                      </a:cubicBezTo>
                      <a:cubicBezTo>
                        <a:pt x="141732" y="0"/>
                        <a:pt x="78200" y="0"/>
                        <a:pt x="39148" y="39148"/>
                      </a:cubicBezTo>
                      <a:cubicBezTo>
                        <a:pt x="0" y="78200"/>
                        <a:pt x="0" y="141732"/>
                        <a:pt x="39148" y="180784"/>
                      </a:cubicBezTo>
                      <a:cubicBezTo>
                        <a:pt x="71723" y="213360"/>
                        <a:pt x="121349" y="218789"/>
                        <a:pt x="159544" y="197072"/>
                      </a:cubicBezTo>
                      <a:lnTo>
                        <a:pt x="240221" y="277749"/>
                      </a:lnTo>
                      <a:cubicBezTo>
                        <a:pt x="250508" y="288036"/>
                        <a:pt x="267367" y="288036"/>
                        <a:pt x="277749" y="277749"/>
                      </a:cubicBezTo>
                      <a:cubicBezTo>
                        <a:pt x="288036" y="267367"/>
                        <a:pt x="288036" y="250508"/>
                        <a:pt x="277749" y="240220"/>
                      </a:cubicBezTo>
                      <a:close/>
                      <a:moveTo>
                        <a:pt x="160877" y="160877"/>
                      </a:moveTo>
                      <a:cubicBezTo>
                        <a:pt x="132778" y="188881"/>
                        <a:pt x="87154" y="188881"/>
                        <a:pt x="59055" y="160877"/>
                      </a:cubicBezTo>
                      <a:cubicBezTo>
                        <a:pt x="30956" y="132778"/>
                        <a:pt x="30956" y="87154"/>
                        <a:pt x="59055" y="59055"/>
                      </a:cubicBezTo>
                      <a:cubicBezTo>
                        <a:pt x="87154" y="31051"/>
                        <a:pt x="132778" y="31051"/>
                        <a:pt x="160877" y="59055"/>
                      </a:cubicBezTo>
                      <a:cubicBezTo>
                        <a:pt x="188881" y="87154"/>
                        <a:pt x="188881" y="132778"/>
                        <a:pt x="160877" y="160877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8084" y="1694593"/>
                  <a:ext cx="109728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研究背景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22980" y="2501646"/>
                <a:ext cx="1805274" cy="365760"/>
                <a:chOff x="222980" y="2501646"/>
                <a:chExt cx="1805274" cy="36576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22980" y="251202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44018" y="111538"/>
                      </a:moveTo>
                      <a:cubicBezTo>
                        <a:pt x="161925" y="111538"/>
                        <a:pt x="176498" y="126016"/>
                        <a:pt x="176498" y="144018"/>
                      </a:cubicBezTo>
                      <a:cubicBezTo>
                        <a:pt x="176498" y="161925"/>
                        <a:pt x="161925" y="176498"/>
                        <a:pt x="144018" y="176498"/>
                      </a:cubicBezTo>
                      <a:cubicBezTo>
                        <a:pt x="126111" y="176498"/>
                        <a:pt x="111538" y="161925"/>
                        <a:pt x="111538" y="144018"/>
                      </a:cubicBezTo>
                      <a:cubicBezTo>
                        <a:pt x="111538" y="126016"/>
                        <a:pt x="126111" y="111538"/>
                        <a:pt x="144018" y="111538"/>
                      </a:cubicBezTo>
                      <a:close/>
                      <a:moveTo>
                        <a:pt x="144018" y="80296"/>
                      </a:moveTo>
                      <a:cubicBezTo>
                        <a:pt x="108966" y="80296"/>
                        <a:pt x="80296" y="108775"/>
                        <a:pt x="80296" y="144018"/>
                      </a:cubicBezTo>
                      <a:cubicBezTo>
                        <a:pt x="80296" y="179070"/>
                        <a:pt x="108871" y="207645"/>
                        <a:pt x="144018" y="207645"/>
                      </a:cubicBezTo>
                      <a:cubicBezTo>
                        <a:pt x="179165" y="207645"/>
                        <a:pt x="207740" y="179070"/>
                        <a:pt x="207740" y="144018"/>
                      </a:cubicBezTo>
                      <a:cubicBezTo>
                        <a:pt x="207740" y="108871"/>
                        <a:pt x="179165" y="80296"/>
                        <a:pt x="144018" y="80296"/>
                      </a:cubicBezTo>
                      <a:close/>
                      <a:moveTo>
                        <a:pt x="144018" y="0"/>
                      </a:moveTo>
                      <a:cubicBezTo>
                        <a:pt x="157829" y="0"/>
                        <a:pt x="168973" y="11240"/>
                        <a:pt x="168973" y="24956"/>
                      </a:cubicBezTo>
                      <a:lnTo>
                        <a:pt x="168973" y="41243"/>
                      </a:lnTo>
                      <a:cubicBezTo>
                        <a:pt x="207359" y="50482"/>
                        <a:pt x="237458" y="80677"/>
                        <a:pt x="246698" y="118967"/>
                      </a:cubicBezTo>
                      <a:lnTo>
                        <a:pt x="262985" y="118967"/>
                      </a:lnTo>
                      <a:cubicBezTo>
                        <a:pt x="276796" y="118967"/>
                        <a:pt x="288036" y="130207"/>
                        <a:pt x="288036" y="144018"/>
                      </a:cubicBezTo>
                      <a:cubicBezTo>
                        <a:pt x="288036" y="157829"/>
                        <a:pt x="276796" y="168974"/>
                        <a:pt x="262985" y="168974"/>
                      </a:cubicBezTo>
                      <a:lnTo>
                        <a:pt x="246698" y="168974"/>
                      </a:lnTo>
                      <a:cubicBezTo>
                        <a:pt x="237458" y="207359"/>
                        <a:pt x="207359" y="237458"/>
                        <a:pt x="168973" y="246697"/>
                      </a:cubicBezTo>
                      <a:lnTo>
                        <a:pt x="168973" y="262985"/>
                      </a:lnTo>
                      <a:cubicBezTo>
                        <a:pt x="168973" y="276796"/>
                        <a:pt x="157829" y="288036"/>
                        <a:pt x="144018" y="288036"/>
                      </a:cubicBezTo>
                      <a:cubicBezTo>
                        <a:pt x="130207" y="288036"/>
                        <a:pt x="119062" y="276796"/>
                        <a:pt x="119062" y="262985"/>
                      </a:cubicBezTo>
                      <a:lnTo>
                        <a:pt x="119062" y="246697"/>
                      </a:lnTo>
                      <a:cubicBezTo>
                        <a:pt x="80677" y="237458"/>
                        <a:pt x="50483" y="207359"/>
                        <a:pt x="41243" y="168974"/>
                      </a:cubicBezTo>
                      <a:lnTo>
                        <a:pt x="24956" y="168974"/>
                      </a:lnTo>
                      <a:cubicBezTo>
                        <a:pt x="11239" y="168974"/>
                        <a:pt x="0" y="157829"/>
                        <a:pt x="0" y="144018"/>
                      </a:cubicBezTo>
                      <a:cubicBezTo>
                        <a:pt x="0" y="130207"/>
                        <a:pt x="11239" y="118967"/>
                        <a:pt x="24956" y="118967"/>
                      </a:cubicBezTo>
                      <a:lnTo>
                        <a:pt x="41243" y="118967"/>
                      </a:lnTo>
                      <a:cubicBezTo>
                        <a:pt x="50483" y="80677"/>
                        <a:pt x="80677" y="50482"/>
                        <a:pt x="119062" y="41243"/>
                      </a:cubicBezTo>
                      <a:lnTo>
                        <a:pt x="119062" y="24956"/>
                      </a:lnTo>
                      <a:cubicBezTo>
                        <a:pt x="119062" y="11240"/>
                        <a:pt x="130207" y="0"/>
                        <a:pt x="144018" y="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8084" y="250164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目的及意义</a:t>
                  </a:r>
                </a:p>
              </p:txBody>
            </p:sp>
          </p:grpSp>
          <p:grpSp>
            <p:nvGrpSpPr>
              <p:cNvPr id="15" name="Group 15"/>
              <p:cNvGrpSpPr/>
              <p:nvPr/>
            </p:nvGrpSpPr>
            <p:grpSpPr>
              <a:xfrm>
                <a:off x="222980" y="3330416"/>
                <a:ext cx="1805274" cy="365760"/>
                <a:chOff x="222980" y="3330416"/>
                <a:chExt cx="1805274" cy="36576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22980" y="3340703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279464" y="234601"/>
                      </a:moveTo>
                      <a:lnTo>
                        <a:pt x="269081" y="234601"/>
                      </a:lnTo>
                      <a:lnTo>
                        <a:pt x="269081" y="192405"/>
                      </a:lnTo>
                      <a:cubicBezTo>
                        <a:pt x="269081" y="183451"/>
                        <a:pt x="261461" y="176117"/>
                        <a:pt x="252031" y="176117"/>
                      </a:cubicBezTo>
                      <a:lnTo>
                        <a:pt x="156781" y="176117"/>
                      </a:lnTo>
                      <a:lnTo>
                        <a:pt x="156781" y="149066"/>
                      </a:lnTo>
                      <a:cubicBezTo>
                        <a:pt x="161544" y="149066"/>
                        <a:pt x="171450" y="149066"/>
                        <a:pt x="181451" y="149161"/>
                      </a:cubicBezTo>
                      <a:cubicBezTo>
                        <a:pt x="194977" y="149161"/>
                        <a:pt x="208693" y="149161"/>
                        <a:pt x="209169" y="149161"/>
                      </a:cubicBezTo>
                      <a:cubicBezTo>
                        <a:pt x="236315" y="149161"/>
                        <a:pt x="258508" y="128016"/>
                        <a:pt x="258508" y="102013"/>
                      </a:cubicBezTo>
                      <a:cubicBezTo>
                        <a:pt x="258508" y="76009"/>
                        <a:pt x="236315" y="54864"/>
                        <a:pt x="209169" y="54864"/>
                      </a:cubicBezTo>
                      <a:cubicBezTo>
                        <a:pt x="208693" y="54864"/>
                        <a:pt x="208312" y="54864"/>
                        <a:pt x="207931" y="54864"/>
                      </a:cubicBezTo>
                      <a:cubicBezTo>
                        <a:pt x="202882" y="23812"/>
                        <a:pt x="174593" y="0"/>
                        <a:pt x="140589" y="0"/>
                      </a:cubicBezTo>
                      <a:cubicBezTo>
                        <a:pt x="108871" y="0"/>
                        <a:pt x="81820" y="20765"/>
                        <a:pt x="74390" y="49530"/>
                      </a:cubicBezTo>
                      <a:cubicBezTo>
                        <a:pt x="49054" y="52959"/>
                        <a:pt x="29528" y="73914"/>
                        <a:pt x="29528" y="98965"/>
                      </a:cubicBezTo>
                      <a:cubicBezTo>
                        <a:pt x="29528" y="126587"/>
                        <a:pt x="53054" y="149066"/>
                        <a:pt x="81915" y="149066"/>
                      </a:cubicBezTo>
                      <a:lnTo>
                        <a:pt x="131159" y="149066"/>
                      </a:lnTo>
                      <a:lnTo>
                        <a:pt x="131159" y="176117"/>
                      </a:lnTo>
                      <a:lnTo>
                        <a:pt x="36005" y="176117"/>
                      </a:lnTo>
                      <a:cubicBezTo>
                        <a:pt x="26575" y="176117"/>
                        <a:pt x="18955" y="183451"/>
                        <a:pt x="18955" y="192405"/>
                      </a:cubicBezTo>
                      <a:lnTo>
                        <a:pt x="18955" y="234601"/>
                      </a:lnTo>
                      <a:lnTo>
                        <a:pt x="8572" y="234601"/>
                      </a:lnTo>
                      <a:cubicBezTo>
                        <a:pt x="3810" y="234601"/>
                        <a:pt x="0" y="238220"/>
                        <a:pt x="0" y="242792"/>
                      </a:cubicBezTo>
                      <a:lnTo>
                        <a:pt x="0" y="279940"/>
                      </a:lnTo>
                      <a:cubicBezTo>
                        <a:pt x="0" y="284416"/>
                        <a:pt x="3810" y="288036"/>
                        <a:pt x="8572" y="288036"/>
                      </a:cubicBezTo>
                      <a:lnTo>
                        <a:pt x="54959" y="288036"/>
                      </a:lnTo>
                      <a:cubicBezTo>
                        <a:pt x="59722" y="288036"/>
                        <a:pt x="63532" y="284416"/>
                        <a:pt x="63532" y="279940"/>
                      </a:cubicBezTo>
                      <a:lnTo>
                        <a:pt x="63532" y="242792"/>
                      </a:lnTo>
                      <a:cubicBezTo>
                        <a:pt x="63532" y="238220"/>
                        <a:pt x="59722" y="234601"/>
                        <a:pt x="54959" y="234601"/>
                      </a:cubicBezTo>
                      <a:lnTo>
                        <a:pt x="44577" y="234601"/>
                      </a:lnTo>
                      <a:lnTo>
                        <a:pt x="44577" y="200597"/>
                      </a:lnTo>
                      <a:lnTo>
                        <a:pt x="131159" y="200597"/>
                      </a:lnTo>
                      <a:lnTo>
                        <a:pt x="131159" y="234601"/>
                      </a:lnTo>
                      <a:lnTo>
                        <a:pt x="120777" y="234601"/>
                      </a:lnTo>
                      <a:cubicBezTo>
                        <a:pt x="116110" y="234601"/>
                        <a:pt x="112300" y="238220"/>
                        <a:pt x="112300" y="242792"/>
                      </a:cubicBezTo>
                      <a:lnTo>
                        <a:pt x="112300" y="279940"/>
                      </a:lnTo>
                      <a:cubicBezTo>
                        <a:pt x="112300" y="284416"/>
                        <a:pt x="116110" y="288036"/>
                        <a:pt x="120777" y="288036"/>
                      </a:cubicBezTo>
                      <a:lnTo>
                        <a:pt x="167164" y="288036"/>
                      </a:lnTo>
                      <a:cubicBezTo>
                        <a:pt x="171926" y="288036"/>
                        <a:pt x="175736" y="284416"/>
                        <a:pt x="175736" y="279940"/>
                      </a:cubicBezTo>
                      <a:lnTo>
                        <a:pt x="175736" y="242792"/>
                      </a:lnTo>
                      <a:cubicBezTo>
                        <a:pt x="175736" y="238220"/>
                        <a:pt x="171926" y="234601"/>
                        <a:pt x="167164" y="234601"/>
                      </a:cubicBezTo>
                      <a:lnTo>
                        <a:pt x="156781" y="234601"/>
                      </a:lnTo>
                      <a:lnTo>
                        <a:pt x="156781" y="200597"/>
                      </a:lnTo>
                      <a:lnTo>
                        <a:pt x="243459" y="200597"/>
                      </a:lnTo>
                      <a:lnTo>
                        <a:pt x="243459" y="234601"/>
                      </a:lnTo>
                      <a:lnTo>
                        <a:pt x="233077" y="234601"/>
                      </a:lnTo>
                      <a:cubicBezTo>
                        <a:pt x="228314" y="234601"/>
                        <a:pt x="224504" y="238220"/>
                        <a:pt x="224504" y="242792"/>
                      </a:cubicBezTo>
                      <a:lnTo>
                        <a:pt x="224504" y="279940"/>
                      </a:lnTo>
                      <a:cubicBezTo>
                        <a:pt x="224504" y="284416"/>
                        <a:pt x="228314" y="288036"/>
                        <a:pt x="233077" y="288036"/>
                      </a:cubicBezTo>
                      <a:lnTo>
                        <a:pt x="279464" y="288036"/>
                      </a:lnTo>
                      <a:cubicBezTo>
                        <a:pt x="284131" y="288036"/>
                        <a:pt x="288036" y="284416"/>
                        <a:pt x="288036" y="279940"/>
                      </a:cubicBezTo>
                      <a:lnTo>
                        <a:pt x="288036" y="242792"/>
                      </a:lnTo>
                      <a:cubicBezTo>
                        <a:pt x="288036" y="238220"/>
                        <a:pt x="284131" y="234601"/>
                        <a:pt x="279464" y="234601"/>
                      </a:cubicBezTo>
                      <a:close/>
                      <a:moveTo>
                        <a:pt x="55150" y="98965"/>
                      </a:moveTo>
                      <a:cubicBezTo>
                        <a:pt x="55150" y="84963"/>
                        <a:pt x="67151" y="73438"/>
                        <a:pt x="81915" y="73438"/>
                      </a:cubicBezTo>
                      <a:lnTo>
                        <a:pt x="82201" y="73438"/>
                      </a:lnTo>
                      <a:cubicBezTo>
                        <a:pt x="82296" y="73438"/>
                        <a:pt x="82391" y="73438"/>
                        <a:pt x="82582" y="73438"/>
                      </a:cubicBezTo>
                      <a:cubicBezTo>
                        <a:pt x="82582" y="73438"/>
                        <a:pt x="82582" y="73438"/>
                        <a:pt x="82677" y="73438"/>
                      </a:cubicBezTo>
                      <a:cubicBezTo>
                        <a:pt x="83153" y="73533"/>
                        <a:pt x="83534" y="73533"/>
                        <a:pt x="84010" y="73533"/>
                      </a:cubicBezTo>
                      <a:cubicBezTo>
                        <a:pt x="90202" y="73533"/>
                        <a:pt x="97346" y="69437"/>
                        <a:pt x="98298" y="60674"/>
                      </a:cubicBezTo>
                      <a:cubicBezTo>
                        <a:pt x="100679" y="40005"/>
                        <a:pt x="118872" y="24479"/>
                        <a:pt x="140589" y="24479"/>
                      </a:cubicBezTo>
                      <a:cubicBezTo>
                        <a:pt x="164116" y="24479"/>
                        <a:pt x="183166" y="42672"/>
                        <a:pt x="183166" y="65056"/>
                      </a:cubicBezTo>
                      <a:lnTo>
                        <a:pt x="183166" y="65627"/>
                      </a:lnTo>
                      <a:cubicBezTo>
                        <a:pt x="183166" y="65722"/>
                        <a:pt x="183166" y="65818"/>
                        <a:pt x="183166" y="65913"/>
                      </a:cubicBezTo>
                      <a:cubicBezTo>
                        <a:pt x="182880" y="70009"/>
                        <a:pt x="184118" y="73724"/>
                        <a:pt x="186785" y="76581"/>
                      </a:cubicBezTo>
                      <a:cubicBezTo>
                        <a:pt x="189548" y="79438"/>
                        <a:pt x="193358" y="81058"/>
                        <a:pt x="197358" y="81058"/>
                      </a:cubicBezTo>
                      <a:cubicBezTo>
                        <a:pt x="198882" y="81058"/>
                        <a:pt x="200311" y="80867"/>
                        <a:pt x="201740" y="80391"/>
                      </a:cubicBezTo>
                      <a:cubicBezTo>
                        <a:pt x="204121" y="79724"/>
                        <a:pt x="206597" y="79343"/>
                        <a:pt x="209169" y="79343"/>
                      </a:cubicBezTo>
                      <a:cubicBezTo>
                        <a:pt x="222218" y="79343"/>
                        <a:pt x="232886" y="89440"/>
                        <a:pt x="232886" y="102013"/>
                      </a:cubicBezTo>
                      <a:cubicBezTo>
                        <a:pt x="232886" y="114490"/>
                        <a:pt x="222218" y="124682"/>
                        <a:pt x="209169" y="124682"/>
                      </a:cubicBezTo>
                      <a:cubicBezTo>
                        <a:pt x="208598" y="124682"/>
                        <a:pt x="194977" y="124682"/>
                        <a:pt x="181546" y="124682"/>
                      </a:cubicBezTo>
                      <a:cubicBezTo>
                        <a:pt x="168021" y="124587"/>
                        <a:pt x="154496" y="124587"/>
                        <a:pt x="154115" y="124587"/>
                      </a:cubicBezTo>
                      <a:lnTo>
                        <a:pt x="81915" y="124587"/>
                      </a:lnTo>
                      <a:cubicBezTo>
                        <a:pt x="67151" y="124587"/>
                        <a:pt x="55150" y="113157"/>
                        <a:pt x="55150" y="98965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68084" y="3330416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材料与方法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22980" y="4159091"/>
                <a:ext cx="1805274" cy="365760"/>
                <a:chOff x="222980" y="4159091"/>
                <a:chExt cx="1805274" cy="36576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22980" y="4169474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180023" y="0"/>
                      </a:moveTo>
                      <a:lnTo>
                        <a:pt x="36005" y="0"/>
                      </a:lnTo>
                      <a:cubicBezTo>
                        <a:pt x="16192" y="0"/>
                        <a:pt x="190" y="12954"/>
                        <a:pt x="190" y="28765"/>
                      </a:cubicBezTo>
                      <a:lnTo>
                        <a:pt x="0" y="259175"/>
                      </a:lnTo>
                      <a:cubicBezTo>
                        <a:pt x="0" y="274987"/>
                        <a:pt x="16002" y="288036"/>
                        <a:pt x="35814" y="288036"/>
                      </a:cubicBezTo>
                      <a:lnTo>
                        <a:pt x="252031" y="288036"/>
                      </a:lnTo>
                      <a:cubicBezTo>
                        <a:pt x="271844" y="288036"/>
                        <a:pt x="288036" y="274987"/>
                        <a:pt x="288036" y="259175"/>
                      </a:cubicBezTo>
                      <a:lnTo>
                        <a:pt x="288036" y="86392"/>
                      </a:lnTo>
                      <a:lnTo>
                        <a:pt x="180023" y="0"/>
                      </a:lnTo>
                      <a:close/>
                      <a:moveTo>
                        <a:pt x="216027" y="230410"/>
                      </a:moveTo>
                      <a:lnTo>
                        <a:pt x="72009" y="230410"/>
                      </a:lnTo>
                      <a:lnTo>
                        <a:pt x="72009" y="201549"/>
                      </a:lnTo>
                      <a:lnTo>
                        <a:pt x="216027" y="201549"/>
                      </a:lnTo>
                      <a:lnTo>
                        <a:pt x="216027" y="230410"/>
                      </a:lnTo>
                      <a:close/>
                      <a:moveTo>
                        <a:pt x="216027" y="172783"/>
                      </a:moveTo>
                      <a:lnTo>
                        <a:pt x="72009" y="172783"/>
                      </a:lnTo>
                      <a:lnTo>
                        <a:pt x="72009" y="144018"/>
                      </a:lnTo>
                      <a:lnTo>
                        <a:pt x="216027" y="144018"/>
                      </a:lnTo>
                      <a:lnTo>
                        <a:pt x="216027" y="172783"/>
                      </a:lnTo>
                      <a:close/>
                      <a:moveTo>
                        <a:pt x="162020" y="100774"/>
                      </a:moveTo>
                      <a:lnTo>
                        <a:pt x="162020" y="21622"/>
                      </a:lnTo>
                      <a:lnTo>
                        <a:pt x="260985" y="100774"/>
                      </a:lnTo>
                      <a:lnTo>
                        <a:pt x="162020" y="100774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68084" y="4159091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结果与分析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92977" y="4987862"/>
                <a:ext cx="1835277" cy="365760"/>
                <a:chOff x="192977" y="4987862"/>
                <a:chExt cx="1835277" cy="36576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92977" y="4998148"/>
                  <a:ext cx="288036" cy="288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036" h="288036">
                      <a:moveTo>
                        <a:pt x="71342" y="258032"/>
                      </a:moveTo>
                      <a:cubicBezTo>
                        <a:pt x="67627" y="258032"/>
                        <a:pt x="64008" y="257080"/>
                        <a:pt x="60769" y="255270"/>
                      </a:cubicBezTo>
                      <a:cubicBezTo>
                        <a:pt x="53816" y="251460"/>
                        <a:pt x="49435" y="243840"/>
                        <a:pt x="49435" y="235553"/>
                      </a:cubicBezTo>
                      <a:lnTo>
                        <a:pt x="49435" y="212026"/>
                      </a:lnTo>
                      <a:cubicBezTo>
                        <a:pt x="18383" y="189547"/>
                        <a:pt x="0" y="155162"/>
                        <a:pt x="0" y="118872"/>
                      </a:cubicBezTo>
                      <a:cubicBezTo>
                        <a:pt x="0" y="53340"/>
                        <a:pt x="58579" y="0"/>
                        <a:pt x="130588" y="0"/>
                      </a:cubicBezTo>
                      <a:cubicBezTo>
                        <a:pt x="202597" y="0"/>
                        <a:pt x="261175" y="53340"/>
                        <a:pt x="261175" y="118872"/>
                      </a:cubicBezTo>
                      <a:cubicBezTo>
                        <a:pt x="261175" y="184404"/>
                        <a:pt x="202597" y="237744"/>
                        <a:pt x="130588" y="237744"/>
                      </a:cubicBezTo>
                      <a:cubicBezTo>
                        <a:pt x="123825" y="237744"/>
                        <a:pt x="116872" y="237172"/>
                        <a:pt x="109918" y="236125"/>
                      </a:cubicBezTo>
                      <a:lnTo>
                        <a:pt x="99250" y="243459"/>
                      </a:lnTo>
                      <a:cubicBezTo>
                        <a:pt x="98774" y="243840"/>
                        <a:pt x="98203" y="244221"/>
                        <a:pt x="97726" y="244602"/>
                      </a:cubicBezTo>
                      <a:lnTo>
                        <a:pt x="83344" y="254318"/>
                      </a:lnTo>
                      <a:cubicBezTo>
                        <a:pt x="79724" y="256794"/>
                        <a:pt x="75533" y="258032"/>
                        <a:pt x="71342" y="258032"/>
                      </a:cubicBezTo>
                      <a:close/>
                      <a:moveTo>
                        <a:pt x="130588" y="19431"/>
                      </a:moveTo>
                      <a:cubicBezTo>
                        <a:pt x="69056" y="19431"/>
                        <a:pt x="18955" y="64103"/>
                        <a:pt x="18955" y="118872"/>
                      </a:cubicBezTo>
                      <a:cubicBezTo>
                        <a:pt x="18955" y="150209"/>
                        <a:pt x="35814" y="179927"/>
                        <a:pt x="64008" y="198692"/>
                      </a:cubicBezTo>
                      <a:lnTo>
                        <a:pt x="68294" y="201549"/>
                      </a:lnTo>
                      <a:lnTo>
                        <a:pt x="68294" y="235553"/>
                      </a:lnTo>
                      <a:cubicBezTo>
                        <a:pt x="68294" y="236696"/>
                        <a:pt x="68866" y="237649"/>
                        <a:pt x="69818" y="238220"/>
                      </a:cubicBezTo>
                      <a:cubicBezTo>
                        <a:pt x="70961" y="238792"/>
                        <a:pt x="72009" y="238696"/>
                        <a:pt x="72962" y="238030"/>
                      </a:cubicBezTo>
                      <a:lnTo>
                        <a:pt x="105537" y="215741"/>
                      </a:lnTo>
                      <a:lnTo>
                        <a:pt x="109252" y="216408"/>
                      </a:lnTo>
                      <a:cubicBezTo>
                        <a:pt x="116491" y="217646"/>
                        <a:pt x="123730" y="218313"/>
                        <a:pt x="130588" y="218313"/>
                      </a:cubicBezTo>
                      <a:cubicBezTo>
                        <a:pt x="192119" y="218313"/>
                        <a:pt x="242221" y="173736"/>
                        <a:pt x="242221" y="118872"/>
                      </a:cubicBezTo>
                      <a:cubicBezTo>
                        <a:pt x="242221" y="64103"/>
                        <a:pt x="192214" y="19431"/>
                        <a:pt x="130588" y="19431"/>
                      </a:cubicBezTo>
                      <a:close/>
                      <a:moveTo>
                        <a:pt x="274891" y="129540"/>
                      </a:moveTo>
                      <a:cubicBezTo>
                        <a:pt x="275082" y="132397"/>
                        <a:pt x="275368" y="135255"/>
                        <a:pt x="275368" y="138208"/>
                      </a:cubicBezTo>
                      <a:cubicBezTo>
                        <a:pt x="275368" y="150971"/>
                        <a:pt x="273177" y="163258"/>
                        <a:pt x="268986" y="174784"/>
                      </a:cubicBezTo>
                      <a:cubicBezTo>
                        <a:pt x="268986" y="175069"/>
                        <a:pt x="269081" y="175450"/>
                        <a:pt x="269081" y="175832"/>
                      </a:cubicBezTo>
                      <a:cubicBezTo>
                        <a:pt x="269081" y="199930"/>
                        <a:pt x="256032" y="222885"/>
                        <a:pt x="234315" y="237268"/>
                      </a:cubicBezTo>
                      <a:lnTo>
                        <a:pt x="229933" y="240125"/>
                      </a:lnTo>
                      <a:lnTo>
                        <a:pt x="229743" y="268605"/>
                      </a:lnTo>
                      <a:cubicBezTo>
                        <a:pt x="229743" y="268605"/>
                        <a:pt x="229648" y="268605"/>
                        <a:pt x="229648" y="268605"/>
                      </a:cubicBezTo>
                      <a:lnTo>
                        <a:pt x="202882" y="250412"/>
                      </a:lnTo>
                      <a:lnTo>
                        <a:pt x="199263" y="251079"/>
                      </a:lnTo>
                      <a:cubicBezTo>
                        <a:pt x="193548" y="252032"/>
                        <a:pt x="188023" y="252508"/>
                        <a:pt x="182689" y="252508"/>
                      </a:cubicBezTo>
                      <a:cubicBezTo>
                        <a:pt x="181927" y="252508"/>
                        <a:pt x="181261" y="252412"/>
                        <a:pt x="180499" y="252412"/>
                      </a:cubicBezTo>
                      <a:cubicBezTo>
                        <a:pt x="169164" y="255365"/>
                        <a:pt x="157258" y="257080"/>
                        <a:pt x="144875" y="257080"/>
                      </a:cubicBezTo>
                      <a:cubicBezTo>
                        <a:pt x="138017" y="257080"/>
                        <a:pt x="131064" y="256603"/>
                        <a:pt x="124111" y="255556"/>
                      </a:cubicBezTo>
                      <a:lnTo>
                        <a:pt x="123920" y="255651"/>
                      </a:lnTo>
                      <a:cubicBezTo>
                        <a:pt x="140684" y="265938"/>
                        <a:pt x="160972" y="271939"/>
                        <a:pt x="182689" y="271939"/>
                      </a:cubicBezTo>
                      <a:cubicBezTo>
                        <a:pt x="187833" y="271939"/>
                        <a:pt x="193262" y="271558"/>
                        <a:pt x="198596" y="270796"/>
                      </a:cubicBezTo>
                      <a:lnTo>
                        <a:pt x="206312" y="276035"/>
                      </a:lnTo>
                      <a:cubicBezTo>
                        <a:pt x="206788" y="276415"/>
                        <a:pt x="207169" y="276796"/>
                        <a:pt x="207550" y="276987"/>
                      </a:cubicBezTo>
                      <a:lnTo>
                        <a:pt x="218980" y="284797"/>
                      </a:lnTo>
                      <a:cubicBezTo>
                        <a:pt x="222218" y="286893"/>
                        <a:pt x="225838" y="288036"/>
                        <a:pt x="229648" y="288036"/>
                      </a:cubicBezTo>
                      <a:cubicBezTo>
                        <a:pt x="232886" y="288036"/>
                        <a:pt x="236029" y="287179"/>
                        <a:pt x="238792" y="285655"/>
                      </a:cubicBezTo>
                      <a:cubicBezTo>
                        <a:pt x="244983" y="282226"/>
                        <a:pt x="248888" y="275558"/>
                        <a:pt x="248888" y="268224"/>
                      </a:cubicBezTo>
                      <a:lnTo>
                        <a:pt x="248888" y="250603"/>
                      </a:lnTo>
                      <a:cubicBezTo>
                        <a:pt x="273463" y="232410"/>
                        <a:pt x="288036" y="204883"/>
                        <a:pt x="288036" y="175832"/>
                      </a:cubicBezTo>
                      <a:cubicBezTo>
                        <a:pt x="288036" y="159068"/>
                        <a:pt x="283274" y="143256"/>
                        <a:pt x="274891" y="129540"/>
                      </a:cubicBez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68084" y="4987862"/>
                  <a:ext cx="136017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595959"/>
                      </a:solidFill>
                      <a:latin typeface="微软雅黑"/>
                      <a:ea typeface="Microsoft YaHei"/>
                      <a:cs typeface="微软雅黑"/>
                    </a:rPr>
                    <a:t>结论与讨论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0" y="4830604"/>
              <a:ext cx="2772251" cy="781050"/>
              <a:chOff x="0" y="4830604"/>
              <a:chExt cx="2772251" cy="7810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0" y="4830604"/>
                <a:ext cx="2772251" cy="623126"/>
              </a:xfrm>
              <a:prstGeom prst="rect">
                <a:avLst/>
              </a:pr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2408872" y="5453634"/>
                <a:ext cx="363284" cy="158020"/>
              </a:xfrm>
              <a:custGeom>
                <a:avLst/>
                <a:gdLst/>
                <a:ahLst/>
                <a:cxnLst/>
                <a:rect l="l" t="t" r="r" b="b"/>
                <a:pathLst>
                  <a:path w="363284" h="158020">
                    <a:moveTo>
                      <a:pt x="363284" y="0"/>
                    </a:moveTo>
                    <a:lnTo>
                      <a:pt x="0" y="0"/>
                    </a:lnTo>
                    <a:lnTo>
                      <a:pt x="0" y="158020"/>
                    </a:lnTo>
                    <a:close/>
                  </a:path>
                </a:pathLst>
              </a:custGeom>
              <a:solidFill>
                <a:srgbClr val="68000D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71640" y="4998148"/>
                <a:ext cx="288036" cy="288036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288036">
                    <a:moveTo>
                      <a:pt x="277749" y="240221"/>
                    </a:moveTo>
                    <a:lnTo>
                      <a:pt x="197072" y="159544"/>
                    </a:lnTo>
                    <a:cubicBezTo>
                      <a:pt x="218789" y="121349"/>
                      <a:pt x="213360" y="71723"/>
                      <a:pt x="180784" y="39148"/>
                    </a:cubicBezTo>
                    <a:cubicBezTo>
                      <a:pt x="141732" y="0"/>
                      <a:pt x="78200" y="0"/>
                      <a:pt x="39148" y="39148"/>
                    </a:cubicBezTo>
                    <a:cubicBezTo>
                      <a:pt x="0" y="78200"/>
                      <a:pt x="0" y="141732"/>
                      <a:pt x="39148" y="180785"/>
                    </a:cubicBezTo>
                    <a:cubicBezTo>
                      <a:pt x="71723" y="213360"/>
                      <a:pt x="121349" y="218789"/>
                      <a:pt x="159544" y="197072"/>
                    </a:cubicBezTo>
                    <a:lnTo>
                      <a:pt x="240221" y="277749"/>
                    </a:lnTo>
                    <a:cubicBezTo>
                      <a:pt x="250508" y="288036"/>
                      <a:pt x="267367" y="288036"/>
                      <a:pt x="277749" y="277749"/>
                    </a:cubicBezTo>
                    <a:cubicBezTo>
                      <a:pt x="288036" y="267367"/>
                      <a:pt x="288036" y="250507"/>
                      <a:pt x="277749" y="240221"/>
                    </a:cubicBezTo>
                    <a:close/>
                    <a:moveTo>
                      <a:pt x="160877" y="160877"/>
                    </a:moveTo>
                    <a:cubicBezTo>
                      <a:pt x="132778" y="188881"/>
                      <a:pt x="87154" y="188881"/>
                      <a:pt x="59055" y="160877"/>
                    </a:cubicBezTo>
                    <a:cubicBezTo>
                      <a:pt x="30956" y="132778"/>
                      <a:pt x="30956" y="87154"/>
                      <a:pt x="59055" y="59055"/>
                    </a:cubicBezTo>
                    <a:cubicBezTo>
                      <a:pt x="87154" y="31051"/>
                      <a:pt x="132778" y="31051"/>
                      <a:pt x="160877" y="59055"/>
                    </a:cubicBezTo>
                    <a:cubicBezTo>
                      <a:pt x="188881" y="87154"/>
                      <a:pt x="188881" y="132778"/>
                      <a:pt x="160877" y="1608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0944" y="4830604"/>
                <a:ext cx="1924050" cy="62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000" b="1" dirty="0">
                    <a:solidFill>
                      <a:srgbClr val="FFFFFF"/>
                    </a:solidFill>
                    <a:latin typeface="微软雅黑"/>
                    <a:ea typeface="Microsoft YaHei"/>
                    <a:cs typeface="微软雅黑"/>
                  </a:rPr>
                  <a:t>参考文献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2952750" y="381000"/>
            <a:ext cx="8667750" cy="499110"/>
            <a:chOff x="2952750" y="381000"/>
            <a:chExt cx="8667750" cy="499110"/>
          </a:xfrm>
        </p:grpSpPr>
        <p:sp>
          <p:nvSpPr>
            <p:cNvPr id="29" name="Polygon 29"/>
            <p:cNvSpPr/>
            <p:nvPr/>
          </p:nvSpPr>
          <p:spPr>
            <a:xfrm>
              <a:off x="3162300" y="4381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52400"/>
                  </a:move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95700" y="381000"/>
              <a:ext cx="590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主要参考文献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857250"/>
              <a:ext cx="8667750" cy="2286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952750" y="1066800"/>
            <a:ext cx="8667750" cy="457200"/>
            <a:chOff x="2952750" y="1066800"/>
            <a:chExt cx="8667750" cy="457200"/>
          </a:xfrm>
        </p:grpSpPr>
        <p:sp>
          <p:nvSpPr>
            <p:cNvPr id="33" name="Rectangle 33"/>
            <p:cNvSpPr/>
            <p:nvPr/>
          </p:nvSpPr>
          <p:spPr>
            <a:xfrm>
              <a:off x="2952750" y="1066800"/>
              <a:ext cx="8667750" cy="457200"/>
            </a:xfrm>
            <a:prstGeom prst="roundRect">
              <a:avLst>
                <a:gd name="adj" fmla="val 8333"/>
              </a:avLst>
            </a:prstGeom>
            <a:solidFill>
              <a:srgbClr val="F8F2F3"/>
            </a:solidFill>
            <a:ln w="9525">
              <a:solidFill>
                <a:srgbClr val="8B0012">
                  <a:alpha val="18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52750" y="1066800"/>
              <a:ext cx="66675" cy="457200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81350" y="1143000"/>
              <a:ext cx="8210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3A0008"/>
                  </a:solidFill>
                  <a:latin typeface="微软雅黑"/>
                  <a:ea typeface="Microsoft YaHei"/>
                  <a:cs typeface="微软雅黑"/>
                </a:rPr>
                <a:t>文献为导师制、关系质量与质性研究方法提供理论支撑。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937415" y="2000250"/>
            <a:ext cx="8683085" cy="4191000"/>
            <a:chOff x="2937415" y="2000250"/>
            <a:chExt cx="8683085" cy="4191000"/>
          </a:xfrm>
        </p:grpSpPr>
        <p:sp>
          <p:nvSpPr>
            <p:cNvPr id="37" name="Rectangle 37"/>
            <p:cNvSpPr/>
            <p:nvPr/>
          </p:nvSpPr>
          <p:spPr>
            <a:xfrm>
              <a:off x="2952750" y="2000250"/>
              <a:ext cx="8667750" cy="4191000"/>
            </a:xfrm>
            <a:prstGeom prst="roundRect">
              <a:avLst>
                <a:gd name="adj" fmla="val 2727"/>
              </a:avLst>
            </a:prstGeom>
            <a:noFill/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2937415" y="2250900"/>
              <a:ext cx="6502913" cy="3045714"/>
              <a:chOff x="2937415" y="2250900"/>
              <a:chExt cx="6502913" cy="3045714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2937415" y="2250900"/>
                <a:ext cx="4686452" cy="245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1. 潘懋元. 论高等教育[M]. 福州: 福建教育出版社, 2000.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937415" y="2650950"/>
                <a:ext cx="5215519" cy="245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2. 薛天祥. 研究生教育学[M]. 桂林: 广西师范大学出版社, 2004.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937415" y="3051000"/>
                <a:ext cx="5391874" cy="245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3. 于光远. 导师与研究生的对话[M]. 苏州: 苏州大学出版社, 2001.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937415" y="3451050"/>
                <a:ext cx="6097295" cy="245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4. 陈向明. 质的研究方法与社会科学研究[M]. 北京: 教育科学出版社, 2000.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937415" y="3851100"/>
                <a:ext cx="5356603" cy="245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5. 周光礼. “导师制”与“老板制”[J]. 高等工程教育研究, 2008(2).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937415" y="4251150"/>
                <a:ext cx="4765812" cy="245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6. 许克毅, 郑英蓉. 三重反思[J]. 教育发展研究, 2007(4).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937415" y="4651200"/>
                <a:ext cx="5850398" cy="245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7. 张静. 导师与研究生之间的和谐关系研究[J]. 中国高教研究, 2007(9).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937415" y="5051250"/>
                <a:ext cx="6502913" cy="245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8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8. 罗尧成, 曹海莹, 孙跃东. 导师制度内涵、困境及超越[J]. 江苏高教, 2011(3).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9886950" y="361950"/>
            <a:ext cx="1790700" cy="323850"/>
            <a:chOff x="9886950" y="361950"/>
            <a:chExt cx="17907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6950" y="361950"/>
              <a:ext cx="1790700" cy="32385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7" grpId="0"/>
      <p:bldP spid="4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1826038"/>
            <a:ext cx="12192000" cy="2467642"/>
            <a:chOff x="0" y="1826038"/>
            <a:chExt cx="12192000" cy="2467642"/>
          </a:xfrm>
        </p:grpSpPr>
        <p:sp>
          <p:nvSpPr>
            <p:cNvPr id="3" name="Rectangle 3"/>
            <p:cNvSpPr/>
            <p:nvPr/>
          </p:nvSpPr>
          <p:spPr>
            <a:xfrm>
              <a:off x="0" y="1826038"/>
              <a:ext cx="12192000" cy="246764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2381250" y="2568130"/>
            <a:ext cx="7429500" cy="944880"/>
            <a:chOff x="2381250" y="2568130"/>
            <a:chExt cx="7429500" cy="944880"/>
          </a:xfrm>
        </p:grpSpPr>
        <p:sp>
          <p:nvSpPr>
            <p:cNvPr id="5" name="Rectangle 5"/>
            <p:cNvSpPr/>
            <p:nvPr/>
          </p:nvSpPr>
          <p:spPr>
            <a:xfrm>
              <a:off x="2406491" y="2644330"/>
              <a:ext cx="7378922" cy="83096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381250" y="2568130"/>
              <a:ext cx="742950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4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恳请老师批评指正！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300" y="101632"/>
            <a:ext cx="702183" cy="702183"/>
            <a:chOff x="114300" y="101632"/>
            <a:chExt cx="702183" cy="702183"/>
          </a:xfrm>
        </p:grpSpPr>
        <p:sp>
          <p:nvSpPr>
            <p:cNvPr id="8" name="Freeform 8"/>
            <p:cNvSpPr/>
            <p:nvPr/>
          </p:nvSpPr>
          <p:spPr>
            <a:xfrm>
              <a:off x="125254" y="112586"/>
              <a:ext cx="67913" cy="67913"/>
            </a:xfrm>
            <a:custGeom>
              <a:avLst/>
              <a:gdLst/>
              <a:ahLst/>
              <a:cxnLst/>
              <a:rect l="l" t="t" r="r" b="b"/>
              <a:pathLst>
                <a:path w="67913" h="67913">
                  <a:moveTo>
                    <a:pt x="34004" y="67913"/>
                  </a:moveTo>
                  <a:cubicBezTo>
                    <a:pt x="52673" y="67913"/>
                    <a:pt x="67913" y="52768"/>
                    <a:pt x="67913" y="33909"/>
                  </a:cubicBezTo>
                  <a:cubicBezTo>
                    <a:pt x="67913" y="15240"/>
                    <a:pt x="52769" y="0"/>
                    <a:pt x="34004" y="0"/>
                  </a:cubicBezTo>
                  <a:cubicBezTo>
                    <a:pt x="15335" y="0"/>
                    <a:pt x="0" y="15145"/>
                    <a:pt x="0" y="33909"/>
                  </a:cubicBezTo>
                  <a:cubicBezTo>
                    <a:pt x="0" y="52768"/>
                    <a:pt x="15335" y="67913"/>
                    <a:pt x="34004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0510" y="104966"/>
              <a:ext cx="83153" cy="83058"/>
            </a:xfrm>
            <a:custGeom>
              <a:avLst/>
              <a:gdLst/>
              <a:ahLst/>
              <a:cxnLst/>
              <a:rect l="l" t="t" r="r" b="b"/>
              <a:pathLst>
                <a:path w="83153" h="83058">
                  <a:moveTo>
                    <a:pt x="41624" y="83058"/>
                  </a:moveTo>
                  <a:cubicBezTo>
                    <a:pt x="64580" y="83058"/>
                    <a:pt x="83153" y="64484"/>
                    <a:pt x="83153" y="41529"/>
                  </a:cubicBezTo>
                  <a:cubicBezTo>
                    <a:pt x="83153" y="18574"/>
                    <a:pt x="64580" y="0"/>
                    <a:pt x="41624" y="0"/>
                  </a:cubicBezTo>
                  <a:cubicBezTo>
                    <a:pt x="18669" y="0"/>
                    <a:pt x="95" y="18574"/>
                    <a:pt x="95" y="41529"/>
                  </a:cubicBezTo>
                  <a:cubicBezTo>
                    <a:pt x="0" y="64484"/>
                    <a:pt x="18669" y="83058"/>
                    <a:pt x="41624" y="8305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420052" y="101632"/>
              <a:ext cx="89821" cy="89821"/>
            </a:xfrm>
            <a:custGeom>
              <a:avLst/>
              <a:gdLst/>
              <a:ahLst/>
              <a:cxnLst/>
              <a:rect l="l" t="t" r="r" b="b"/>
              <a:pathLst>
                <a:path w="89821" h="89821">
                  <a:moveTo>
                    <a:pt x="44863" y="89821"/>
                  </a:moveTo>
                  <a:cubicBezTo>
                    <a:pt x="69723" y="89821"/>
                    <a:pt x="89821" y="69723"/>
                    <a:pt x="89821" y="44863"/>
                  </a:cubicBezTo>
                  <a:cubicBezTo>
                    <a:pt x="89821" y="20002"/>
                    <a:pt x="69723" y="0"/>
                    <a:pt x="44863" y="0"/>
                  </a:cubicBezTo>
                  <a:cubicBezTo>
                    <a:pt x="20003" y="0"/>
                    <a:pt x="0" y="20002"/>
                    <a:pt x="0" y="44863"/>
                  </a:cubicBezTo>
                  <a:cubicBezTo>
                    <a:pt x="0" y="69723"/>
                    <a:pt x="20193" y="89821"/>
                    <a:pt x="44863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75500" y="104108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35997" y="111919"/>
              <a:ext cx="69342" cy="69437"/>
            </a:xfrm>
            <a:custGeom>
              <a:avLst/>
              <a:gdLst/>
              <a:ahLst/>
              <a:cxnLst/>
              <a:rect l="l" t="t" r="r" b="b"/>
              <a:pathLst>
                <a:path w="69342" h="69437">
                  <a:moveTo>
                    <a:pt x="34671" y="69437"/>
                  </a:moveTo>
                  <a:cubicBezTo>
                    <a:pt x="53912" y="69437"/>
                    <a:pt x="69342" y="53912"/>
                    <a:pt x="69342" y="34766"/>
                  </a:cubicBezTo>
                  <a:cubicBezTo>
                    <a:pt x="69342" y="15526"/>
                    <a:pt x="53912" y="0"/>
                    <a:pt x="34671" y="0"/>
                  </a:cubicBezTo>
                  <a:cubicBezTo>
                    <a:pt x="15526" y="0"/>
                    <a:pt x="0" y="15526"/>
                    <a:pt x="0" y="34766"/>
                  </a:cubicBezTo>
                  <a:cubicBezTo>
                    <a:pt x="0" y="53912"/>
                    <a:pt x="15526" y="69437"/>
                    <a:pt x="34671" y="6943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7729" y="257937"/>
              <a:ext cx="82963" cy="83058"/>
            </a:xfrm>
            <a:custGeom>
              <a:avLst/>
              <a:gdLst/>
              <a:ahLst/>
              <a:cxnLst/>
              <a:rect l="l" t="t" r="r" b="b"/>
              <a:pathLst>
                <a:path w="82963" h="83058">
                  <a:moveTo>
                    <a:pt x="82963" y="41529"/>
                  </a:moveTo>
                  <a:cubicBezTo>
                    <a:pt x="82963" y="64484"/>
                    <a:pt x="64389" y="83058"/>
                    <a:pt x="41529" y="83058"/>
                  </a:cubicBezTo>
                  <a:cubicBezTo>
                    <a:pt x="18574" y="83058"/>
                    <a:pt x="0" y="64484"/>
                    <a:pt x="0" y="41529"/>
                  </a:cubicBezTo>
                  <a:cubicBezTo>
                    <a:pt x="0" y="18574"/>
                    <a:pt x="18574" y="0"/>
                    <a:pt x="41529" y="0"/>
                  </a:cubicBezTo>
                  <a:cubicBezTo>
                    <a:pt x="64389" y="0"/>
                    <a:pt x="82963" y="18574"/>
                    <a:pt x="82963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60414" y="247745"/>
              <a:ext cx="103442" cy="103441"/>
            </a:xfrm>
            <a:custGeom>
              <a:avLst/>
              <a:gdLst/>
              <a:ahLst/>
              <a:cxnLst/>
              <a:rect l="l" t="t" r="r" b="b"/>
              <a:pathLst>
                <a:path w="103442" h="103441">
                  <a:moveTo>
                    <a:pt x="51721" y="103441"/>
                  </a:moveTo>
                  <a:cubicBezTo>
                    <a:pt x="80296" y="103441"/>
                    <a:pt x="103442" y="80391"/>
                    <a:pt x="103442" y="51721"/>
                  </a:cubicBezTo>
                  <a:cubicBezTo>
                    <a:pt x="103442" y="23050"/>
                    <a:pt x="80391" y="0"/>
                    <a:pt x="51721" y="0"/>
                  </a:cubicBezTo>
                  <a:cubicBezTo>
                    <a:pt x="23241" y="0"/>
                    <a:pt x="0" y="23146"/>
                    <a:pt x="0" y="51721"/>
                  </a:cubicBezTo>
                  <a:cubicBezTo>
                    <a:pt x="0" y="80200"/>
                    <a:pt x="23051" y="103441"/>
                    <a:pt x="51721" y="10344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07670" y="242126"/>
              <a:ext cx="114586" cy="114586"/>
            </a:xfrm>
            <a:custGeom>
              <a:avLst/>
              <a:gdLst/>
              <a:ahLst/>
              <a:cxnLst/>
              <a:rect l="l" t="t" r="r" b="b"/>
              <a:pathLst>
                <a:path w="114586" h="114586">
                  <a:moveTo>
                    <a:pt x="114586" y="57340"/>
                  </a:moveTo>
                  <a:cubicBezTo>
                    <a:pt x="114586" y="88963"/>
                    <a:pt x="88964" y="114586"/>
                    <a:pt x="57245" y="114586"/>
                  </a:cubicBezTo>
                  <a:cubicBezTo>
                    <a:pt x="25622" y="114586"/>
                    <a:pt x="0" y="88963"/>
                    <a:pt x="0" y="57340"/>
                  </a:cubicBezTo>
                  <a:cubicBezTo>
                    <a:pt x="0" y="25717"/>
                    <a:pt x="25622" y="0"/>
                    <a:pt x="57245" y="0"/>
                  </a:cubicBezTo>
                  <a:cubicBezTo>
                    <a:pt x="88964" y="0"/>
                    <a:pt x="114586" y="25717"/>
                    <a:pt x="114586" y="5734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65309" y="246793"/>
              <a:ext cx="105156" cy="105251"/>
            </a:xfrm>
            <a:custGeom>
              <a:avLst/>
              <a:gdLst/>
              <a:ahLst/>
              <a:cxnLst/>
              <a:rect l="l" t="t" r="r" b="b"/>
              <a:pathLst>
                <a:path w="105156" h="105251">
                  <a:moveTo>
                    <a:pt x="105156" y="52673"/>
                  </a:moveTo>
                  <a:cubicBezTo>
                    <a:pt x="105156" y="81725"/>
                    <a:pt x="81629" y="105251"/>
                    <a:pt x="52578" y="105251"/>
                  </a:cubicBezTo>
                  <a:cubicBezTo>
                    <a:pt x="23527" y="105251"/>
                    <a:pt x="0" y="81725"/>
                    <a:pt x="0" y="52673"/>
                  </a:cubicBezTo>
                  <a:cubicBezTo>
                    <a:pt x="0" y="23622"/>
                    <a:pt x="23527" y="0"/>
                    <a:pt x="52578" y="0"/>
                  </a:cubicBezTo>
                  <a:cubicBezTo>
                    <a:pt x="81629" y="0"/>
                    <a:pt x="105156" y="23622"/>
                    <a:pt x="105156" y="526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28281" y="257080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84773" y="42386"/>
                  </a:moveTo>
                  <a:cubicBezTo>
                    <a:pt x="84773" y="65818"/>
                    <a:pt x="65818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4300" y="407289"/>
              <a:ext cx="89821" cy="89916"/>
            </a:xfrm>
            <a:custGeom>
              <a:avLst/>
              <a:gdLst/>
              <a:ahLst/>
              <a:cxnLst/>
              <a:rect l="l" t="t" r="r" b="b"/>
              <a:pathLst>
                <a:path w="89821" h="89916">
                  <a:moveTo>
                    <a:pt x="44958" y="89916"/>
                  </a:moveTo>
                  <a:cubicBezTo>
                    <a:pt x="69818" y="89916"/>
                    <a:pt x="89821" y="69818"/>
                    <a:pt x="89821" y="44958"/>
                  </a:cubicBezTo>
                  <a:cubicBezTo>
                    <a:pt x="89821" y="20098"/>
                    <a:pt x="69818" y="0"/>
                    <a:pt x="44958" y="0"/>
                  </a:cubicBezTo>
                  <a:cubicBezTo>
                    <a:pt x="20098" y="0"/>
                    <a:pt x="0" y="20098"/>
                    <a:pt x="0" y="44958"/>
                  </a:cubicBezTo>
                  <a:cubicBezTo>
                    <a:pt x="0" y="69818"/>
                    <a:pt x="20193" y="89916"/>
                    <a:pt x="44958" y="8991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54889" y="395002"/>
              <a:ext cx="114586" cy="114491"/>
            </a:xfrm>
            <a:custGeom>
              <a:avLst/>
              <a:gdLst/>
              <a:ahLst/>
              <a:cxnLst/>
              <a:rect l="l" t="t" r="r" b="b"/>
              <a:pathLst>
                <a:path w="114586" h="114491">
                  <a:moveTo>
                    <a:pt x="114586" y="57245"/>
                  </a:moveTo>
                  <a:cubicBezTo>
                    <a:pt x="114586" y="88868"/>
                    <a:pt x="88868" y="114491"/>
                    <a:pt x="57245" y="114491"/>
                  </a:cubicBezTo>
                  <a:cubicBezTo>
                    <a:pt x="25622" y="114491"/>
                    <a:pt x="0" y="88868"/>
                    <a:pt x="0" y="57245"/>
                  </a:cubicBezTo>
                  <a:cubicBezTo>
                    <a:pt x="0" y="25622"/>
                    <a:pt x="25622" y="0"/>
                    <a:pt x="57245" y="0"/>
                  </a:cubicBezTo>
                  <a:cubicBezTo>
                    <a:pt x="88868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98812" y="386144"/>
              <a:ext cx="132302" cy="132207"/>
            </a:xfrm>
            <a:custGeom>
              <a:avLst/>
              <a:gdLst/>
              <a:ahLst/>
              <a:cxnLst/>
              <a:rect l="l" t="t" r="r" b="b"/>
              <a:pathLst>
                <a:path w="132302" h="132207">
                  <a:moveTo>
                    <a:pt x="132302" y="66103"/>
                  </a:moveTo>
                  <a:cubicBezTo>
                    <a:pt x="132302" y="102584"/>
                    <a:pt x="102680" y="132207"/>
                    <a:pt x="66104" y="132207"/>
                  </a:cubicBezTo>
                  <a:cubicBezTo>
                    <a:pt x="29623" y="132207"/>
                    <a:pt x="0" y="102584"/>
                    <a:pt x="0" y="66103"/>
                  </a:cubicBezTo>
                  <a:cubicBezTo>
                    <a:pt x="0" y="29623"/>
                    <a:pt x="29623" y="0"/>
                    <a:pt x="66104" y="0"/>
                  </a:cubicBezTo>
                  <a:cubicBezTo>
                    <a:pt x="102680" y="0"/>
                    <a:pt x="132302" y="29623"/>
                    <a:pt x="132302" y="66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59880" y="394240"/>
              <a:ext cx="116014" cy="116014"/>
            </a:xfrm>
            <a:custGeom>
              <a:avLst/>
              <a:gdLst/>
              <a:ahLst/>
              <a:cxnLst/>
              <a:rect l="l" t="t" r="r" b="b"/>
              <a:pathLst>
                <a:path w="116014" h="116014">
                  <a:moveTo>
                    <a:pt x="116014" y="58007"/>
                  </a:moveTo>
                  <a:cubicBezTo>
                    <a:pt x="116014" y="90107"/>
                    <a:pt x="90011" y="116014"/>
                    <a:pt x="58007" y="116014"/>
                  </a:cubicBezTo>
                  <a:cubicBezTo>
                    <a:pt x="25908" y="116014"/>
                    <a:pt x="0" y="90107"/>
                    <a:pt x="0" y="58007"/>
                  </a:cubicBezTo>
                  <a:cubicBezTo>
                    <a:pt x="0" y="26003"/>
                    <a:pt x="25908" y="0"/>
                    <a:pt x="58007" y="0"/>
                  </a:cubicBezTo>
                  <a:cubicBezTo>
                    <a:pt x="90011" y="0"/>
                    <a:pt x="116014" y="26003"/>
                    <a:pt x="116014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24852" y="406432"/>
              <a:ext cx="91631" cy="91630"/>
            </a:xfrm>
            <a:custGeom>
              <a:avLst/>
              <a:gdLst/>
              <a:ahLst/>
              <a:cxnLst/>
              <a:rect l="l" t="t" r="r" b="b"/>
              <a:pathLst>
                <a:path w="91631" h="91630">
                  <a:moveTo>
                    <a:pt x="45815" y="91630"/>
                  </a:moveTo>
                  <a:cubicBezTo>
                    <a:pt x="71057" y="91630"/>
                    <a:pt x="91631" y="71152"/>
                    <a:pt x="91631" y="45815"/>
                  </a:cubicBezTo>
                  <a:cubicBezTo>
                    <a:pt x="91631" y="20574"/>
                    <a:pt x="71152" y="0"/>
                    <a:pt x="45815" y="0"/>
                  </a:cubicBezTo>
                  <a:cubicBezTo>
                    <a:pt x="20574" y="0"/>
                    <a:pt x="0" y="20479"/>
                    <a:pt x="0" y="45815"/>
                  </a:cubicBezTo>
                  <a:cubicBezTo>
                    <a:pt x="0" y="71152"/>
                    <a:pt x="20574" y="91630"/>
                    <a:pt x="45815" y="91630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6872" y="562832"/>
              <a:ext cx="84773" cy="84772"/>
            </a:xfrm>
            <a:custGeom>
              <a:avLst/>
              <a:gdLst/>
              <a:ahLst/>
              <a:cxnLst/>
              <a:rect l="l" t="t" r="r" b="b"/>
              <a:pathLst>
                <a:path w="84773" h="84772">
                  <a:moveTo>
                    <a:pt x="84773" y="42386"/>
                  </a:moveTo>
                  <a:cubicBezTo>
                    <a:pt x="84773" y="65722"/>
                    <a:pt x="65723" y="84772"/>
                    <a:pt x="42386" y="84772"/>
                  </a:cubicBezTo>
                  <a:cubicBezTo>
                    <a:pt x="18955" y="84772"/>
                    <a:pt x="0" y="65722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723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59556" y="552450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578" y="105251"/>
                  </a:moveTo>
                  <a:cubicBezTo>
                    <a:pt x="81629" y="105251"/>
                    <a:pt x="105251" y="81629"/>
                    <a:pt x="105251" y="52578"/>
                  </a:cubicBezTo>
                  <a:cubicBezTo>
                    <a:pt x="105251" y="23622"/>
                    <a:pt x="81629" y="0"/>
                    <a:pt x="52578" y="0"/>
                  </a:cubicBezTo>
                  <a:cubicBezTo>
                    <a:pt x="23527" y="0"/>
                    <a:pt x="0" y="23622"/>
                    <a:pt x="0" y="52578"/>
                  </a:cubicBezTo>
                  <a:cubicBezTo>
                    <a:pt x="0" y="81724"/>
                    <a:pt x="23527" y="105251"/>
                    <a:pt x="52578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06908" y="547116"/>
              <a:ext cx="116110" cy="116110"/>
            </a:xfrm>
            <a:custGeom>
              <a:avLst/>
              <a:gdLst/>
              <a:ahLst/>
              <a:cxnLst/>
              <a:rect l="l" t="t" r="r" b="b"/>
              <a:pathLst>
                <a:path w="116110" h="116110">
                  <a:moveTo>
                    <a:pt x="116110" y="58103"/>
                  </a:moveTo>
                  <a:cubicBezTo>
                    <a:pt x="116110" y="90107"/>
                    <a:pt x="90107" y="116110"/>
                    <a:pt x="58007" y="116110"/>
                  </a:cubicBezTo>
                  <a:cubicBezTo>
                    <a:pt x="26003" y="116110"/>
                    <a:pt x="0" y="90107"/>
                    <a:pt x="0" y="58103"/>
                  </a:cubicBezTo>
                  <a:cubicBezTo>
                    <a:pt x="0" y="26003"/>
                    <a:pt x="26003" y="0"/>
                    <a:pt x="58007" y="0"/>
                  </a:cubicBezTo>
                  <a:cubicBezTo>
                    <a:pt x="90107" y="0"/>
                    <a:pt x="116110" y="26003"/>
                    <a:pt x="116110" y="5810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564356" y="551783"/>
              <a:ext cx="106870" cy="106775"/>
            </a:xfrm>
            <a:custGeom>
              <a:avLst/>
              <a:gdLst/>
              <a:ahLst/>
              <a:cxnLst/>
              <a:rect l="l" t="t" r="r" b="b"/>
              <a:pathLst>
                <a:path w="106870" h="106775">
                  <a:moveTo>
                    <a:pt x="53531" y="106775"/>
                  </a:moveTo>
                  <a:cubicBezTo>
                    <a:pt x="83058" y="106775"/>
                    <a:pt x="106870" y="82772"/>
                    <a:pt x="106870" y="53435"/>
                  </a:cubicBezTo>
                  <a:cubicBezTo>
                    <a:pt x="106870" y="23908"/>
                    <a:pt x="82963" y="0"/>
                    <a:pt x="53531" y="0"/>
                  </a:cubicBezTo>
                  <a:cubicBezTo>
                    <a:pt x="24098" y="0"/>
                    <a:pt x="191" y="24003"/>
                    <a:pt x="191" y="53435"/>
                  </a:cubicBezTo>
                  <a:cubicBezTo>
                    <a:pt x="0" y="82772"/>
                    <a:pt x="24003" y="106775"/>
                    <a:pt x="53531" y="10677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27424" y="561880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6"/>
                    <a:pt x="67151" y="86582"/>
                    <a:pt x="43243" y="86582"/>
                  </a:cubicBezTo>
                  <a:cubicBezTo>
                    <a:pt x="19336" y="86582"/>
                    <a:pt x="0" y="67246"/>
                    <a:pt x="0" y="43339"/>
                  </a:cubicBezTo>
                  <a:cubicBezTo>
                    <a:pt x="0" y="19431"/>
                    <a:pt x="19336" y="0"/>
                    <a:pt x="43243" y="0"/>
                  </a:cubicBezTo>
                  <a:cubicBezTo>
                    <a:pt x="67151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24492" y="723328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69437" y="34671"/>
                  </a:moveTo>
                  <a:cubicBezTo>
                    <a:pt x="69437" y="53816"/>
                    <a:pt x="53912" y="69342"/>
                    <a:pt x="34766" y="69342"/>
                  </a:cubicBezTo>
                  <a:cubicBezTo>
                    <a:pt x="15526" y="69342"/>
                    <a:pt x="0" y="53816"/>
                    <a:pt x="0" y="34671"/>
                  </a:cubicBezTo>
                  <a:cubicBezTo>
                    <a:pt x="0" y="15526"/>
                    <a:pt x="15526" y="0"/>
                    <a:pt x="34766" y="0"/>
                  </a:cubicBezTo>
                  <a:cubicBezTo>
                    <a:pt x="53912" y="0"/>
                    <a:pt x="69437" y="15526"/>
                    <a:pt x="69437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69748" y="715613"/>
              <a:ext cx="84772" cy="84773"/>
            </a:xfrm>
            <a:custGeom>
              <a:avLst/>
              <a:gdLst/>
              <a:ahLst/>
              <a:cxnLst/>
              <a:rect l="l" t="t" r="r" b="b"/>
              <a:pathLst>
                <a:path w="84772" h="84773">
                  <a:moveTo>
                    <a:pt x="42386" y="84773"/>
                  </a:moveTo>
                  <a:cubicBezTo>
                    <a:pt x="65913" y="84773"/>
                    <a:pt x="84772" y="65818"/>
                    <a:pt x="84772" y="42386"/>
                  </a:cubicBezTo>
                  <a:cubicBezTo>
                    <a:pt x="84772" y="18860"/>
                    <a:pt x="65913" y="0"/>
                    <a:pt x="42386" y="0"/>
                  </a:cubicBezTo>
                  <a:cubicBezTo>
                    <a:pt x="18955" y="0"/>
                    <a:pt x="0" y="18860"/>
                    <a:pt x="0" y="42386"/>
                  </a:cubicBezTo>
                  <a:cubicBezTo>
                    <a:pt x="0" y="65818"/>
                    <a:pt x="18955" y="84773"/>
                    <a:pt x="42386" y="847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19195" y="712184"/>
              <a:ext cx="91535" cy="91631"/>
            </a:xfrm>
            <a:custGeom>
              <a:avLst/>
              <a:gdLst/>
              <a:ahLst/>
              <a:cxnLst/>
              <a:rect l="l" t="t" r="r" b="b"/>
              <a:pathLst>
                <a:path w="91535" h="91631">
                  <a:moveTo>
                    <a:pt x="45720" y="91631"/>
                  </a:moveTo>
                  <a:cubicBezTo>
                    <a:pt x="70961" y="91631"/>
                    <a:pt x="91535" y="71152"/>
                    <a:pt x="91535" y="45815"/>
                  </a:cubicBezTo>
                  <a:cubicBezTo>
                    <a:pt x="91535" y="20479"/>
                    <a:pt x="71152" y="0"/>
                    <a:pt x="45720" y="0"/>
                  </a:cubicBezTo>
                  <a:cubicBezTo>
                    <a:pt x="20384" y="0"/>
                    <a:pt x="0" y="20479"/>
                    <a:pt x="0" y="45815"/>
                  </a:cubicBezTo>
                  <a:cubicBezTo>
                    <a:pt x="0" y="71152"/>
                    <a:pt x="20479" y="91631"/>
                    <a:pt x="45720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574643" y="714661"/>
              <a:ext cx="86487" cy="86582"/>
            </a:xfrm>
            <a:custGeom>
              <a:avLst/>
              <a:gdLst/>
              <a:ahLst/>
              <a:cxnLst/>
              <a:rect l="l" t="t" r="r" b="b"/>
              <a:pathLst>
                <a:path w="86487" h="86582">
                  <a:moveTo>
                    <a:pt x="86487" y="43339"/>
                  </a:moveTo>
                  <a:cubicBezTo>
                    <a:pt x="86487" y="67247"/>
                    <a:pt x="67151" y="86582"/>
                    <a:pt x="43244" y="86582"/>
                  </a:cubicBezTo>
                  <a:cubicBezTo>
                    <a:pt x="19336" y="86582"/>
                    <a:pt x="0" y="67247"/>
                    <a:pt x="0" y="43339"/>
                  </a:cubicBezTo>
                  <a:cubicBezTo>
                    <a:pt x="0" y="19431"/>
                    <a:pt x="19336" y="0"/>
                    <a:pt x="43244" y="0"/>
                  </a:cubicBezTo>
                  <a:cubicBezTo>
                    <a:pt x="67151" y="0"/>
                    <a:pt x="86487" y="19431"/>
                    <a:pt x="86487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35140" y="722376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623"/>
                  </a:moveTo>
                  <a:cubicBezTo>
                    <a:pt x="71152" y="55245"/>
                    <a:pt x="55245" y="71152"/>
                    <a:pt x="35528" y="71152"/>
                  </a:cubicBezTo>
                  <a:cubicBezTo>
                    <a:pt x="15907" y="71152"/>
                    <a:pt x="0" y="55245"/>
                    <a:pt x="0" y="35623"/>
                  </a:cubicBezTo>
                  <a:cubicBezTo>
                    <a:pt x="0" y="16002"/>
                    <a:pt x="15907" y="0"/>
                    <a:pt x="35528" y="0"/>
                  </a:cubicBezTo>
                  <a:cubicBezTo>
                    <a:pt x="55245" y="0"/>
                    <a:pt x="71152" y="16002"/>
                    <a:pt x="71152" y="3562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1379232" y="6045232"/>
            <a:ext cx="702183" cy="702183"/>
            <a:chOff x="11379232" y="6045232"/>
            <a:chExt cx="702183" cy="702183"/>
          </a:xfrm>
        </p:grpSpPr>
        <p:sp>
          <p:nvSpPr>
            <p:cNvPr id="34" name="Freeform 34"/>
            <p:cNvSpPr/>
            <p:nvPr/>
          </p:nvSpPr>
          <p:spPr>
            <a:xfrm>
              <a:off x="11390186" y="6056186"/>
              <a:ext cx="67913" cy="67913"/>
            </a:xfrm>
            <a:custGeom>
              <a:avLst/>
              <a:gdLst/>
              <a:ahLst/>
              <a:cxnLst/>
              <a:rect l="l" t="t" r="r" b="b"/>
              <a:pathLst>
                <a:path w="67913" h="67913">
                  <a:moveTo>
                    <a:pt x="33909" y="67913"/>
                  </a:moveTo>
                  <a:cubicBezTo>
                    <a:pt x="52578" y="67913"/>
                    <a:pt x="67913" y="52768"/>
                    <a:pt x="67913" y="33909"/>
                  </a:cubicBezTo>
                  <a:cubicBezTo>
                    <a:pt x="67913" y="15240"/>
                    <a:pt x="52768" y="0"/>
                    <a:pt x="33909" y="0"/>
                  </a:cubicBezTo>
                  <a:cubicBezTo>
                    <a:pt x="15240" y="0"/>
                    <a:pt x="0" y="15145"/>
                    <a:pt x="0" y="33909"/>
                  </a:cubicBezTo>
                  <a:cubicBezTo>
                    <a:pt x="0" y="52768"/>
                    <a:pt x="15240" y="67913"/>
                    <a:pt x="33909" y="6791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1535442" y="6048566"/>
              <a:ext cx="83153" cy="83058"/>
            </a:xfrm>
            <a:custGeom>
              <a:avLst/>
              <a:gdLst/>
              <a:ahLst/>
              <a:cxnLst/>
              <a:rect l="l" t="t" r="r" b="b"/>
              <a:pathLst>
                <a:path w="83153" h="83058">
                  <a:moveTo>
                    <a:pt x="41624" y="83058"/>
                  </a:moveTo>
                  <a:cubicBezTo>
                    <a:pt x="64579" y="83058"/>
                    <a:pt x="83153" y="64484"/>
                    <a:pt x="83153" y="41529"/>
                  </a:cubicBezTo>
                  <a:cubicBezTo>
                    <a:pt x="83153" y="18574"/>
                    <a:pt x="64579" y="0"/>
                    <a:pt x="41624" y="0"/>
                  </a:cubicBezTo>
                  <a:cubicBezTo>
                    <a:pt x="18669" y="0"/>
                    <a:pt x="95" y="18574"/>
                    <a:pt x="95" y="41529"/>
                  </a:cubicBezTo>
                  <a:cubicBezTo>
                    <a:pt x="0" y="64484"/>
                    <a:pt x="18669" y="83058"/>
                    <a:pt x="41624" y="83058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1684889" y="6045232"/>
              <a:ext cx="89916" cy="89821"/>
            </a:xfrm>
            <a:custGeom>
              <a:avLst/>
              <a:gdLst/>
              <a:ahLst/>
              <a:cxnLst/>
              <a:rect l="l" t="t" r="r" b="b"/>
              <a:pathLst>
                <a:path w="89916" h="89821">
                  <a:moveTo>
                    <a:pt x="44958" y="89821"/>
                  </a:moveTo>
                  <a:cubicBezTo>
                    <a:pt x="69818" y="89821"/>
                    <a:pt x="89916" y="69723"/>
                    <a:pt x="89916" y="44863"/>
                  </a:cubicBezTo>
                  <a:cubicBezTo>
                    <a:pt x="89916" y="20003"/>
                    <a:pt x="69818" y="0"/>
                    <a:pt x="44958" y="0"/>
                  </a:cubicBezTo>
                  <a:cubicBezTo>
                    <a:pt x="20098" y="0"/>
                    <a:pt x="0" y="20003"/>
                    <a:pt x="0" y="44863"/>
                  </a:cubicBezTo>
                  <a:cubicBezTo>
                    <a:pt x="0" y="69723"/>
                    <a:pt x="20193" y="89821"/>
                    <a:pt x="44958" y="8982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1840432" y="6047708"/>
              <a:ext cx="84773" cy="84773"/>
            </a:xfrm>
            <a:custGeom>
              <a:avLst/>
              <a:gdLst/>
              <a:ahLst/>
              <a:cxnLst/>
              <a:rect l="l" t="t" r="r" b="b"/>
              <a:pathLst>
                <a:path w="84773" h="84773">
                  <a:moveTo>
                    <a:pt x="84773" y="42386"/>
                  </a:moveTo>
                  <a:cubicBezTo>
                    <a:pt x="84773" y="65818"/>
                    <a:pt x="65723" y="84773"/>
                    <a:pt x="42386" y="84773"/>
                  </a:cubicBezTo>
                  <a:cubicBezTo>
                    <a:pt x="18955" y="84773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723" y="0"/>
                    <a:pt x="84773" y="18955"/>
                    <a:pt x="84773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2000928" y="6055519"/>
              <a:ext cx="69342" cy="69437"/>
            </a:xfrm>
            <a:custGeom>
              <a:avLst/>
              <a:gdLst/>
              <a:ahLst/>
              <a:cxnLst/>
              <a:rect l="l" t="t" r="r" b="b"/>
              <a:pathLst>
                <a:path w="69342" h="69437">
                  <a:moveTo>
                    <a:pt x="34671" y="69437"/>
                  </a:moveTo>
                  <a:cubicBezTo>
                    <a:pt x="53816" y="69437"/>
                    <a:pt x="69342" y="53911"/>
                    <a:pt x="69342" y="34766"/>
                  </a:cubicBezTo>
                  <a:cubicBezTo>
                    <a:pt x="69342" y="15526"/>
                    <a:pt x="53816" y="0"/>
                    <a:pt x="34671" y="0"/>
                  </a:cubicBezTo>
                  <a:cubicBezTo>
                    <a:pt x="15526" y="0"/>
                    <a:pt x="0" y="15526"/>
                    <a:pt x="0" y="34766"/>
                  </a:cubicBezTo>
                  <a:cubicBezTo>
                    <a:pt x="0" y="53911"/>
                    <a:pt x="15526" y="69437"/>
                    <a:pt x="34671" y="6943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11382566" y="6201537"/>
              <a:ext cx="83058" cy="83058"/>
            </a:xfrm>
            <a:custGeom>
              <a:avLst/>
              <a:gdLst/>
              <a:ahLst/>
              <a:cxnLst/>
              <a:rect l="l" t="t" r="r" b="b"/>
              <a:pathLst>
                <a:path w="83058" h="83058">
                  <a:moveTo>
                    <a:pt x="83058" y="41529"/>
                  </a:moveTo>
                  <a:cubicBezTo>
                    <a:pt x="83058" y="64484"/>
                    <a:pt x="64484" y="83058"/>
                    <a:pt x="41529" y="83058"/>
                  </a:cubicBezTo>
                  <a:cubicBezTo>
                    <a:pt x="18669" y="83058"/>
                    <a:pt x="0" y="64484"/>
                    <a:pt x="0" y="41529"/>
                  </a:cubicBezTo>
                  <a:cubicBezTo>
                    <a:pt x="0" y="18574"/>
                    <a:pt x="18669" y="0"/>
                    <a:pt x="41529" y="0"/>
                  </a:cubicBezTo>
                  <a:cubicBezTo>
                    <a:pt x="64484" y="0"/>
                    <a:pt x="83058" y="18574"/>
                    <a:pt x="83058" y="4152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1525345" y="6191345"/>
              <a:ext cx="103441" cy="103442"/>
            </a:xfrm>
            <a:custGeom>
              <a:avLst/>
              <a:gdLst/>
              <a:ahLst/>
              <a:cxnLst/>
              <a:rect l="l" t="t" r="r" b="b"/>
              <a:pathLst>
                <a:path w="103441" h="103442">
                  <a:moveTo>
                    <a:pt x="51721" y="103442"/>
                  </a:moveTo>
                  <a:cubicBezTo>
                    <a:pt x="80201" y="103442"/>
                    <a:pt x="103441" y="80391"/>
                    <a:pt x="103441" y="51721"/>
                  </a:cubicBezTo>
                  <a:cubicBezTo>
                    <a:pt x="103441" y="23050"/>
                    <a:pt x="80391" y="0"/>
                    <a:pt x="51721" y="0"/>
                  </a:cubicBezTo>
                  <a:cubicBezTo>
                    <a:pt x="23146" y="0"/>
                    <a:pt x="0" y="23146"/>
                    <a:pt x="0" y="51721"/>
                  </a:cubicBezTo>
                  <a:cubicBezTo>
                    <a:pt x="0" y="80200"/>
                    <a:pt x="23051" y="103442"/>
                    <a:pt x="51721" y="10344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1672602" y="6185726"/>
              <a:ext cx="114490" cy="114586"/>
            </a:xfrm>
            <a:custGeom>
              <a:avLst/>
              <a:gdLst/>
              <a:ahLst/>
              <a:cxnLst/>
              <a:rect l="l" t="t" r="r" b="b"/>
              <a:pathLst>
                <a:path w="114490" h="114586">
                  <a:moveTo>
                    <a:pt x="114490" y="57341"/>
                  </a:moveTo>
                  <a:cubicBezTo>
                    <a:pt x="114490" y="88964"/>
                    <a:pt x="88868" y="114586"/>
                    <a:pt x="57245" y="114586"/>
                  </a:cubicBezTo>
                  <a:cubicBezTo>
                    <a:pt x="25622" y="114586"/>
                    <a:pt x="0" y="88964"/>
                    <a:pt x="0" y="57341"/>
                  </a:cubicBezTo>
                  <a:cubicBezTo>
                    <a:pt x="0" y="25718"/>
                    <a:pt x="25622" y="0"/>
                    <a:pt x="57245" y="0"/>
                  </a:cubicBezTo>
                  <a:cubicBezTo>
                    <a:pt x="88868" y="0"/>
                    <a:pt x="114490" y="25718"/>
                    <a:pt x="114490" y="5734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1830145" y="6190393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105251" y="52673"/>
                  </a:moveTo>
                  <a:cubicBezTo>
                    <a:pt x="105251" y="81725"/>
                    <a:pt x="81724" y="105251"/>
                    <a:pt x="52673" y="105251"/>
                  </a:cubicBezTo>
                  <a:cubicBezTo>
                    <a:pt x="23622" y="105251"/>
                    <a:pt x="0" y="81725"/>
                    <a:pt x="0" y="52673"/>
                  </a:cubicBezTo>
                  <a:cubicBezTo>
                    <a:pt x="0" y="23622"/>
                    <a:pt x="23622" y="0"/>
                    <a:pt x="52673" y="0"/>
                  </a:cubicBezTo>
                  <a:cubicBezTo>
                    <a:pt x="81724" y="0"/>
                    <a:pt x="105251" y="23622"/>
                    <a:pt x="105251" y="52673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1993213" y="6200680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818"/>
                    <a:pt x="65818" y="84772"/>
                    <a:pt x="42386" y="84772"/>
                  </a:cubicBezTo>
                  <a:cubicBezTo>
                    <a:pt x="18955" y="84772"/>
                    <a:pt x="0" y="65818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1379232" y="6350889"/>
              <a:ext cx="89821" cy="89916"/>
            </a:xfrm>
            <a:custGeom>
              <a:avLst/>
              <a:gdLst/>
              <a:ahLst/>
              <a:cxnLst/>
              <a:rect l="l" t="t" r="r" b="b"/>
              <a:pathLst>
                <a:path w="89821" h="89916">
                  <a:moveTo>
                    <a:pt x="44863" y="89916"/>
                  </a:moveTo>
                  <a:cubicBezTo>
                    <a:pt x="69723" y="89916"/>
                    <a:pt x="89821" y="69818"/>
                    <a:pt x="89821" y="44958"/>
                  </a:cubicBezTo>
                  <a:cubicBezTo>
                    <a:pt x="89821" y="20098"/>
                    <a:pt x="69723" y="0"/>
                    <a:pt x="44863" y="0"/>
                  </a:cubicBezTo>
                  <a:cubicBezTo>
                    <a:pt x="20002" y="0"/>
                    <a:pt x="0" y="20098"/>
                    <a:pt x="0" y="44958"/>
                  </a:cubicBezTo>
                  <a:cubicBezTo>
                    <a:pt x="0" y="69818"/>
                    <a:pt x="20193" y="89916"/>
                    <a:pt x="44863" y="8991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1519726" y="6338602"/>
              <a:ext cx="114586" cy="114490"/>
            </a:xfrm>
            <a:custGeom>
              <a:avLst/>
              <a:gdLst/>
              <a:ahLst/>
              <a:cxnLst/>
              <a:rect l="l" t="t" r="r" b="b"/>
              <a:pathLst>
                <a:path w="114586" h="114490">
                  <a:moveTo>
                    <a:pt x="114586" y="57245"/>
                  </a:moveTo>
                  <a:cubicBezTo>
                    <a:pt x="114586" y="88868"/>
                    <a:pt x="88963" y="114490"/>
                    <a:pt x="57340" y="114490"/>
                  </a:cubicBezTo>
                  <a:cubicBezTo>
                    <a:pt x="25717" y="114490"/>
                    <a:pt x="0" y="88868"/>
                    <a:pt x="0" y="57245"/>
                  </a:cubicBezTo>
                  <a:cubicBezTo>
                    <a:pt x="0" y="25622"/>
                    <a:pt x="25717" y="0"/>
                    <a:pt x="57340" y="0"/>
                  </a:cubicBezTo>
                  <a:cubicBezTo>
                    <a:pt x="88963" y="0"/>
                    <a:pt x="114586" y="25622"/>
                    <a:pt x="114586" y="5724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1663744" y="6329744"/>
              <a:ext cx="132207" cy="132207"/>
            </a:xfrm>
            <a:custGeom>
              <a:avLst/>
              <a:gdLst/>
              <a:ahLst/>
              <a:cxnLst/>
              <a:rect l="l" t="t" r="r" b="b"/>
              <a:pathLst>
                <a:path w="132207" h="132207">
                  <a:moveTo>
                    <a:pt x="132207" y="66104"/>
                  </a:moveTo>
                  <a:cubicBezTo>
                    <a:pt x="132207" y="102584"/>
                    <a:pt x="102584" y="132207"/>
                    <a:pt x="66104" y="132207"/>
                  </a:cubicBezTo>
                  <a:cubicBezTo>
                    <a:pt x="29623" y="132207"/>
                    <a:pt x="0" y="102584"/>
                    <a:pt x="0" y="66104"/>
                  </a:cubicBezTo>
                  <a:cubicBezTo>
                    <a:pt x="0" y="29623"/>
                    <a:pt x="29623" y="0"/>
                    <a:pt x="66104" y="0"/>
                  </a:cubicBezTo>
                  <a:cubicBezTo>
                    <a:pt x="102584" y="0"/>
                    <a:pt x="132207" y="29623"/>
                    <a:pt x="132207" y="66104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1824716" y="6337840"/>
              <a:ext cx="116110" cy="116015"/>
            </a:xfrm>
            <a:custGeom>
              <a:avLst/>
              <a:gdLst/>
              <a:ahLst/>
              <a:cxnLst/>
              <a:rect l="l" t="t" r="r" b="b"/>
              <a:pathLst>
                <a:path w="116110" h="116015">
                  <a:moveTo>
                    <a:pt x="116110" y="58007"/>
                  </a:moveTo>
                  <a:cubicBezTo>
                    <a:pt x="116110" y="90107"/>
                    <a:pt x="90107" y="116015"/>
                    <a:pt x="58102" y="116015"/>
                  </a:cubicBezTo>
                  <a:cubicBezTo>
                    <a:pt x="26003" y="116015"/>
                    <a:pt x="0" y="90107"/>
                    <a:pt x="0" y="58007"/>
                  </a:cubicBezTo>
                  <a:cubicBezTo>
                    <a:pt x="0" y="26003"/>
                    <a:pt x="26003" y="0"/>
                    <a:pt x="58102" y="0"/>
                  </a:cubicBezTo>
                  <a:cubicBezTo>
                    <a:pt x="90107" y="0"/>
                    <a:pt x="116110" y="26003"/>
                    <a:pt x="116110" y="58007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11989784" y="6350032"/>
              <a:ext cx="91631" cy="91631"/>
            </a:xfrm>
            <a:custGeom>
              <a:avLst/>
              <a:gdLst/>
              <a:ahLst/>
              <a:cxnLst/>
              <a:rect l="l" t="t" r="r" b="b"/>
              <a:pathLst>
                <a:path w="91631" h="91631">
                  <a:moveTo>
                    <a:pt x="45815" y="91631"/>
                  </a:moveTo>
                  <a:cubicBezTo>
                    <a:pt x="71057" y="91631"/>
                    <a:pt x="91631" y="71152"/>
                    <a:pt x="91631" y="45815"/>
                  </a:cubicBezTo>
                  <a:cubicBezTo>
                    <a:pt x="91631" y="20574"/>
                    <a:pt x="71152" y="0"/>
                    <a:pt x="45815" y="0"/>
                  </a:cubicBezTo>
                  <a:cubicBezTo>
                    <a:pt x="20574" y="0"/>
                    <a:pt x="0" y="20479"/>
                    <a:pt x="0" y="45815"/>
                  </a:cubicBezTo>
                  <a:cubicBezTo>
                    <a:pt x="0" y="71152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1381708" y="6506432"/>
              <a:ext cx="84772" cy="84772"/>
            </a:xfrm>
            <a:custGeom>
              <a:avLst/>
              <a:gdLst/>
              <a:ahLst/>
              <a:cxnLst/>
              <a:rect l="l" t="t" r="r" b="b"/>
              <a:pathLst>
                <a:path w="84772" h="84772">
                  <a:moveTo>
                    <a:pt x="84772" y="42386"/>
                  </a:moveTo>
                  <a:cubicBezTo>
                    <a:pt x="84772" y="65722"/>
                    <a:pt x="65818" y="84772"/>
                    <a:pt x="42386" y="84772"/>
                  </a:cubicBezTo>
                  <a:cubicBezTo>
                    <a:pt x="18955" y="84772"/>
                    <a:pt x="0" y="65722"/>
                    <a:pt x="0" y="42386"/>
                  </a:cubicBezTo>
                  <a:cubicBezTo>
                    <a:pt x="0" y="18955"/>
                    <a:pt x="18955" y="0"/>
                    <a:pt x="42386" y="0"/>
                  </a:cubicBezTo>
                  <a:cubicBezTo>
                    <a:pt x="65818" y="0"/>
                    <a:pt x="84772" y="18955"/>
                    <a:pt x="84772" y="42386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1524393" y="6496050"/>
              <a:ext cx="105251" cy="105251"/>
            </a:xfrm>
            <a:custGeom>
              <a:avLst/>
              <a:gdLst/>
              <a:ahLst/>
              <a:cxnLst/>
              <a:rect l="l" t="t" r="r" b="b"/>
              <a:pathLst>
                <a:path w="105251" h="105251">
                  <a:moveTo>
                    <a:pt x="52673" y="105251"/>
                  </a:moveTo>
                  <a:cubicBezTo>
                    <a:pt x="81724" y="105251"/>
                    <a:pt x="105251" y="81629"/>
                    <a:pt x="105251" y="52578"/>
                  </a:cubicBezTo>
                  <a:cubicBezTo>
                    <a:pt x="105251" y="23622"/>
                    <a:pt x="81724" y="0"/>
                    <a:pt x="52673" y="0"/>
                  </a:cubicBezTo>
                  <a:cubicBezTo>
                    <a:pt x="23622" y="0"/>
                    <a:pt x="0" y="23622"/>
                    <a:pt x="0" y="52578"/>
                  </a:cubicBezTo>
                  <a:cubicBezTo>
                    <a:pt x="0" y="81725"/>
                    <a:pt x="23622" y="105251"/>
                    <a:pt x="52673" y="10525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1671840" y="6490716"/>
              <a:ext cx="116014" cy="116110"/>
            </a:xfrm>
            <a:custGeom>
              <a:avLst/>
              <a:gdLst/>
              <a:ahLst/>
              <a:cxnLst/>
              <a:rect l="l" t="t" r="r" b="b"/>
              <a:pathLst>
                <a:path w="116014" h="116110">
                  <a:moveTo>
                    <a:pt x="116014" y="58102"/>
                  </a:moveTo>
                  <a:cubicBezTo>
                    <a:pt x="116014" y="90106"/>
                    <a:pt x="90106" y="116110"/>
                    <a:pt x="58007" y="116110"/>
                  </a:cubicBezTo>
                  <a:cubicBezTo>
                    <a:pt x="26003" y="116110"/>
                    <a:pt x="0" y="90106"/>
                    <a:pt x="0" y="58102"/>
                  </a:cubicBezTo>
                  <a:cubicBezTo>
                    <a:pt x="0" y="26003"/>
                    <a:pt x="26003" y="0"/>
                    <a:pt x="58007" y="0"/>
                  </a:cubicBezTo>
                  <a:cubicBezTo>
                    <a:pt x="90106" y="0"/>
                    <a:pt x="116014" y="26003"/>
                    <a:pt x="116014" y="5810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1829288" y="6495383"/>
              <a:ext cx="106871" cy="106775"/>
            </a:xfrm>
            <a:custGeom>
              <a:avLst/>
              <a:gdLst/>
              <a:ahLst/>
              <a:cxnLst/>
              <a:rect l="l" t="t" r="r" b="b"/>
              <a:pathLst>
                <a:path w="106871" h="106775">
                  <a:moveTo>
                    <a:pt x="53530" y="106775"/>
                  </a:moveTo>
                  <a:cubicBezTo>
                    <a:pt x="83058" y="106775"/>
                    <a:pt x="106871" y="82772"/>
                    <a:pt x="106871" y="53435"/>
                  </a:cubicBezTo>
                  <a:cubicBezTo>
                    <a:pt x="106871" y="23908"/>
                    <a:pt x="82867" y="0"/>
                    <a:pt x="53530" y="0"/>
                  </a:cubicBezTo>
                  <a:cubicBezTo>
                    <a:pt x="24098" y="0"/>
                    <a:pt x="95" y="24003"/>
                    <a:pt x="95" y="53435"/>
                  </a:cubicBezTo>
                  <a:cubicBezTo>
                    <a:pt x="0" y="82772"/>
                    <a:pt x="24003" y="106775"/>
                    <a:pt x="53530" y="106775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11992261" y="6505480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6"/>
                    <a:pt x="67246" y="86582"/>
                    <a:pt x="43339" y="86582"/>
                  </a:cubicBezTo>
                  <a:cubicBezTo>
                    <a:pt x="19431" y="86582"/>
                    <a:pt x="0" y="67246"/>
                    <a:pt x="0" y="43339"/>
                  </a:cubicBezTo>
                  <a:cubicBezTo>
                    <a:pt x="0" y="19431"/>
                    <a:pt x="19431" y="0"/>
                    <a:pt x="43339" y="0"/>
                  </a:cubicBezTo>
                  <a:cubicBezTo>
                    <a:pt x="67246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1389424" y="6666929"/>
              <a:ext cx="69437" cy="69342"/>
            </a:xfrm>
            <a:custGeom>
              <a:avLst/>
              <a:gdLst/>
              <a:ahLst/>
              <a:cxnLst/>
              <a:rect l="l" t="t" r="r" b="b"/>
              <a:pathLst>
                <a:path w="69437" h="69342">
                  <a:moveTo>
                    <a:pt x="69437" y="34671"/>
                  </a:moveTo>
                  <a:cubicBezTo>
                    <a:pt x="69437" y="53816"/>
                    <a:pt x="53816" y="69342"/>
                    <a:pt x="34671" y="69342"/>
                  </a:cubicBezTo>
                  <a:cubicBezTo>
                    <a:pt x="15526" y="69342"/>
                    <a:pt x="0" y="53816"/>
                    <a:pt x="0" y="34671"/>
                  </a:cubicBezTo>
                  <a:cubicBezTo>
                    <a:pt x="0" y="15526"/>
                    <a:pt x="15526" y="0"/>
                    <a:pt x="34671" y="0"/>
                  </a:cubicBezTo>
                  <a:cubicBezTo>
                    <a:pt x="53816" y="0"/>
                    <a:pt x="69437" y="15526"/>
                    <a:pt x="69437" y="3467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11534680" y="6659213"/>
              <a:ext cx="84773" cy="84772"/>
            </a:xfrm>
            <a:custGeom>
              <a:avLst/>
              <a:gdLst/>
              <a:ahLst/>
              <a:cxnLst/>
              <a:rect l="l" t="t" r="r" b="b"/>
              <a:pathLst>
                <a:path w="84773" h="84772">
                  <a:moveTo>
                    <a:pt x="42386" y="84772"/>
                  </a:moveTo>
                  <a:cubicBezTo>
                    <a:pt x="65818" y="84772"/>
                    <a:pt x="84773" y="65818"/>
                    <a:pt x="84773" y="42386"/>
                  </a:cubicBezTo>
                  <a:cubicBezTo>
                    <a:pt x="84773" y="18860"/>
                    <a:pt x="65818" y="0"/>
                    <a:pt x="42386" y="0"/>
                  </a:cubicBezTo>
                  <a:cubicBezTo>
                    <a:pt x="18860" y="0"/>
                    <a:pt x="0" y="18860"/>
                    <a:pt x="0" y="42386"/>
                  </a:cubicBezTo>
                  <a:cubicBezTo>
                    <a:pt x="0" y="65818"/>
                    <a:pt x="18860" y="84772"/>
                    <a:pt x="42386" y="84772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11684032" y="6655784"/>
              <a:ext cx="91630" cy="91631"/>
            </a:xfrm>
            <a:custGeom>
              <a:avLst/>
              <a:gdLst/>
              <a:ahLst/>
              <a:cxnLst/>
              <a:rect l="l" t="t" r="r" b="b"/>
              <a:pathLst>
                <a:path w="91630" h="91631">
                  <a:moveTo>
                    <a:pt x="45815" y="91631"/>
                  </a:moveTo>
                  <a:cubicBezTo>
                    <a:pt x="71057" y="91631"/>
                    <a:pt x="91630" y="71152"/>
                    <a:pt x="91630" y="45815"/>
                  </a:cubicBezTo>
                  <a:cubicBezTo>
                    <a:pt x="91630" y="20479"/>
                    <a:pt x="71152" y="0"/>
                    <a:pt x="45815" y="0"/>
                  </a:cubicBezTo>
                  <a:cubicBezTo>
                    <a:pt x="20479" y="0"/>
                    <a:pt x="0" y="20479"/>
                    <a:pt x="0" y="45815"/>
                  </a:cubicBezTo>
                  <a:cubicBezTo>
                    <a:pt x="0" y="71152"/>
                    <a:pt x="20574" y="91631"/>
                    <a:pt x="45815" y="91631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11839480" y="6658261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>
                  <a:moveTo>
                    <a:pt x="86582" y="43339"/>
                  </a:moveTo>
                  <a:cubicBezTo>
                    <a:pt x="86582" y="67247"/>
                    <a:pt x="67246" y="86582"/>
                    <a:pt x="43339" y="86582"/>
                  </a:cubicBezTo>
                  <a:cubicBezTo>
                    <a:pt x="19431" y="86582"/>
                    <a:pt x="0" y="67247"/>
                    <a:pt x="0" y="43339"/>
                  </a:cubicBezTo>
                  <a:cubicBezTo>
                    <a:pt x="0" y="19431"/>
                    <a:pt x="19431" y="0"/>
                    <a:pt x="43339" y="0"/>
                  </a:cubicBezTo>
                  <a:cubicBezTo>
                    <a:pt x="67246" y="0"/>
                    <a:pt x="86582" y="19431"/>
                    <a:pt x="86582" y="43339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1999976" y="6665976"/>
              <a:ext cx="71152" cy="71152"/>
            </a:xfrm>
            <a:custGeom>
              <a:avLst/>
              <a:gdLst/>
              <a:ahLst/>
              <a:cxnLst/>
              <a:rect l="l" t="t" r="r" b="b"/>
              <a:pathLst>
                <a:path w="71152" h="71152">
                  <a:moveTo>
                    <a:pt x="71152" y="35624"/>
                  </a:moveTo>
                  <a:cubicBezTo>
                    <a:pt x="71152" y="55245"/>
                    <a:pt x="55245" y="71152"/>
                    <a:pt x="35624" y="71152"/>
                  </a:cubicBezTo>
                  <a:cubicBezTo>
                    <a:pt x="16002" y="71152"/>
                    <a:pt x="0" y="55245"/>
                    <a:pt x="0" y="35624"/>
                  </a:cubicBezTo>
                  <a:cubicBezTo>
                    <a:pt x="0" y="16002"/>
                    <a:pt x="16002" y="0"/>
                    <a:pt x="35624" y="0"/>
                  </a:cubicBezTo>
                  <a:cubicBezTo>
                    <a:pt x="55245" y="0"/>
                    <a:pt x="71152" y="16002"/>
                    <a:pt x="71152" y="35624"/>
                  </a:cubicBezTo>
                  <a:close/>
                </a:path>
              </a:pathLst>
            </a:custGeom>
            <a:solidFill>
              <a:srgbClr val="8B0012">
                <a:alpha val="15000"/>
              </a:srgbClr>
            </a:solidFill>
            <a:ln>
              <a:noFill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4983099" y="5307235"/>
            <a:ext cx="360045" cy="287654"/>
            <a:chOff x="4983099" y="5307235"/>
            <a:chExt cx="360045" cy="287654"/>
          </a:xfrm>
        </p:grpSpPr>
        <p:sp>
          <p:nvSpPr>
            <p:cNvPr id="60" name="Freeform 60"/>
            <p:cNvSpPr/>
            <p:nvPr/>
          </p:nvSpPr>
          <p:spPr>
            <a:xfrm>
              <a:off x="4983099" y="5348668"/>
              <a:ext cx="360045" cy="246221"/>
            </a:xfrm>
            <a:custGeom>
              <a:avLst/>
              <a:gdLst/>
              <a:ahLst/>
              <a:cxnLst/>
              <a:rect l="l" t="t" r="r" b="b"/>
              <a:pathLst>
                <a:path w="360045" h="246221">
                  <a:moveTo>
                    <a:pt x="354330" y="246221"/>
                  </a:moveTo>
                  <a:lnTo>
                    <a:pt x="5715" y="246221"/>
                  </a:lnTo>
                  <a:cubicBezTo>
                    <a:pt x="2572" y="246221"/>
                    <a:pt x="0" y="243745"/>
                    <a:pt x="0" y="240697"/>
                  </a:cubicBezTo>
                  <a:lnTo>
                    <a:pt x="0" y="5525"/>
                  </a:lnTo>
                  <a:cubicBezTo>
                    <a:pt x="0" y="2476"/>
                    <a:pt x="2572" y="0"/>
                    <a:pt x="5715" y="0"/>
                  </a:cubicBezTo>
                  <a:lnTo>
                    <a:pt x="34290" y="0"/>
                  </a:lnTo>
                  <a:cubicBezTo>
                    <a:pt x="37433" y="0"/>
                    <a:pt x="40005" y="2476"/>
                    <a:pt x="40005" y="5525"/>
                  </a:cubicBezTo>
                  <a:cubicBezTo>
                    <a:pt x="40005" y="8573"/>
                    <a:pt x="37433" y="11049"/>
                    <a:pt x="34290" y="11049"/>
                  </a:cubicBezTo>
                  <a:lnTo>
                    <a:pt x="11335" y="11049"/>
                  </a:lnTo>
                  <a:lnTo>
                    <a:pt x="11335" y="235172"/>
                  </a:lnTo>
                  <a:lnTo>
                    <a:pt x="348710" y="235172"/>
                  </a:lnTo>
                  <a:lnTo>
                    <a:pt x="348710" y="11049"/>
                  </a:lnTo>
                  <a:lnTo>
                    <a:pt x="322612" y="11049"/>
                  </a:lnTo>
                  <a:cubicBezTo>
                    <a:pt x="319469" y="11049"/>
                    <a:pt x="316992" y="8573"/>
                    <a:pt x="316992" y="5525"/>
                  </a:cubicBezTo>
                  <a:cubicBezTo>
                    <a:pt x="316992" y="2476"/>
                    <a:pt x="319469" y="0"/>
                    <a:pt x="322612" y="0"/>
                  </a:cubicBezTo>
                  <a:lnTo>
                    <a:pt x="354330" y="0"/>
                  </a:lnTo>
                  <a:cubicBezTo>
                    <a:pt x="357473" y="0"/>
                    <a:pt x="360045" y="2476"/>
                    <a:pt x="360045" y="5525"/>
                  </a:cubicBezTo>
                  <a:lnTo>
                    <a:pt x="360045" y="240697"/>
                  </a:lnTo>
                  <a:cubicBezTo>
                    <a:pt x="360045" y="243745"/>
                    <a:pt x="357473" y="246221"/>
                    <a:pt x="354330" y="246221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5157216" y="5307235"/>
              <a:ext cx="153924" cy="259270"/>
            </a:xfrm>
            <a:custGeom>
              <a:avLst/>
              <a:gdLst/>
              <a:ahLst/>
              <a:cxnLst/>
              <a:rect l="l" t="t" r="r" b="b"/>
              <a:pathLst>
                <a:path w="153924" h="259270">
                  <a:moveTo>
                    <a:pt x="75533" y="11620"/>
                  </a:moveTo>
                  <a:cubicBezTo>
                    <a:pt x="53435" y="11906"/>
                    <a:pt x="31813" y="15716"/>
                    <a:pt x="11906" y="20002"/>
                  </a:cubicBezTo>
                  <a:lnTo>
                    <a:pt x="11906" y="241935"/>
                  </a:lnTo>
                  <a:cubicBezTo>
                    <a:pt x="32575" y="237172"/>
                    <a:pt x="54673" y="233648"/>
                    <a:pt x="77914" y="233648"/>
                  </a:cubicBezTo>
                  <a:cubicBezTo>
                    <a:pt x="99155" y="233648"/>
                    <a:pt x="120967" y="236696"/>
                    <a:pt x="143065" y="245459"/>
                  </a:cubicBezTo>
                  <a:lnTo>
                    <a:pt x="143065" y="24384"/>
                  </a:lnTo>
                  <a:cubicBezTo>
                    <a:pt x="120586" y="14573"/>
                    <a:pt x="97726" y="11335"/>
                    <a:pt x="75533" y="11620"/>
                  </a:cubicBezTo>
                  <a:close/>
                  <a:moveTo>
                    <a:pt x="74962" y="286"/>
                  </a:moveTo>
                  <a:cubicBezTo>
                    <a:pt x="99631" y="0"/>
                    <a:pt x="125254" y="3810"/>
                    <a:pt x="150781" y="15526"/>
                  </a:cubicBezTo>
                  <a:cubicBezTo>
                    <a:pt x="152781" y="16383"/>
                    <a:pt x="153924" y="18288"/>
                    <a:pt x="153924" y="20479"/>
                  </a:cubicBezTo>
                  <a:lnTo>
                    <a:pt x="153924" y="253746"/>
                  </a:lnTo>
                  <a:cubicBezTo>
                    <a:pt x="153924" y="255651"/>
                    <a:pt x="152781" y="257365"/>
                    <a:pt x="151352" y="258413"/>
                  </a:cubicBezTo>
                  <a:cubicBezTo>
                    <a:pt x="150781" y="258985"/>
                    <a:pt x="149638" y="259270"/>
                    <a:pt x="148495" y="259270"/>
                  </a:cubicBezTo>
                  <a:cubicBezTo>
                    <a:pt x="147638" y="259270"/>
                    <a:pt x="146780" y="258985"/>
                    <a:pt x="145923" y="258699"/>
                  </a:cubicBezTo>
                  <a:cubicBezTo>
                    <a:pt x="98012" y="236696"/>
                    <a:pt x="48958" y="244602"/>
                    <a:pt x="6763" y="253746"/>
                  </a:cubicBezTo>
                  <a:cubicBezTo>
                    <a:pt x="5048" y="254032"/>
                    <a:pt x="3334" y="253746"/>
                    <a:pt x="1905" y="252603"/>
                  </a:cubicBezTo>
                  <a:cubicBezTo>
                    <a:pt x="571" y="251555"/>
                    <a:pt x="0" y="249841"/>
                    <a:pt x="0" y="248221"/>
                  </a:cubicBezTo>
                  <a:lnTo>
                    <a:pt x="0" y="15240"/>
                  </a:lnTo>
                  <a:cubicBezTo>
                    <a:pt x="0" y="12763"/>
                    <a:pt x="1905" y="10573"/>
                    <a:pt x="4477" y="9811"/>
                  </a:cubicBezTo>
                  <a:cubicBezTo>
                    <a:pt x="26479" y="4953"/>
                    <a:pt x="50292" y="571"/>
                    <a:pt x="74962" y="286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5180171" y="5350954"/>
              <a:ext cx="108775" cy="22003"/>
            </a:xfrm>
            <a:custGeom>
              <a:avLst/>
              <a:gdLst/>
              <a:ahLst/>
              <a:cxnLst/>
              <a:rect l="l" t="t" r="r" b="b"/>
              <a:pathLst>
                <a:path w="108775" h="22003">
                  <a:moveTo>
                    <a:pt x="105442" y="22003"/>
                  </a:moveTo>
                  <a:cubicBezTo>
                    <a:pt x="105156" y="22003"/>
                    <a:pt x="104585" y="22003"/>
                    <a:pt x="104299" y="21717"/>
                  </a:cubicBezTo>
                  <a:cubicBezTo>
                    <a:pt x="69723" y="5715"/>
                    <a:pt x="34290" y="11525"/>
                    <a:pt x="3619" y="18193"/>
                  </a:cubicBezTo>
                  <a:cubicBezTo>
                    <a:pt x="2191" y="18383"/>
                    <a:pt x="571" y="17621"/>
                    <a:pt x="286" y="15907"/>
                  </a:cubicBezTo>
                  <a:cubicBezTo>
                    <a:pt x="0" y="14573"/>
                    <a:pt x="857" y="12954"/>
                    <a:pt x="2476" y="12668"/>
                  </a:cubicBezTo>
                  <a:cubicBezTo>
                    <a:pt x="34004" y="5715"/>
                    <a:pt x="70580" y="0"/>
                    <a:pt x="106871" y="16764"/>
                  </a:cubicBezTo>
                  <a:cubicBezTo>
                    <a:pt x="108204" y="17336"/>
                    <a:pt x="108775" y="18955"/>
                    <a:pt x="108204" y="20383"/>
                  </a:cubicBezTo>
                  <a:cubicBezTo>
                    <a:pt x="107728" y="21431"/>
                    <a:pt x="106585" y="22003"/>
                    <a:pt x="105442" y="22003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5180171" y="5387054"/>
              <a:ext cx="108775" cy="22003"/>
            </a:xfrm>
            <a:custGeom>
              <a:avLst/>
              <a:gdLst/>
              <a:ahLst/>
              <a:cxnLst/>
              <a:rect l="l" t="t" r="r" b="b"/>
              <a:pathLst>
                <a:path w="108775" h="22003">
                  <a:moveTo>
                    <a:pt x="105442" y="22003"/>
                  </a:moveTo>
                  <a:cubicBezTo>
                    <a:pt x="105156" y="22003"/>
                    <a:pt x="104585" y="22003"/>
                    <a:pt x="104299" y="21717"/>
                  </a:cubicBezTo>
                  <a:cubicBezTo>
                    <a:pt x="69723" y="5810"/>
                    <a:pt x="34290" y="11525"/>
                    <a:pt x="3619" y="18193"/>
                  </a:cubicBezTo>
                  <a:cubicBezTo>
                    <a:pt x="2191" y="18478"/>
                    <a:pt x="571" y="17621"/>
                    <a:pt x="286" y="16002"/>
                  </a:cubicBezTo>
                  <a:cubicBezTo>
                    <a:pt x="0" y="14573"/>
                    <a:pt x="857" y="12954"/>
                    <a:pt x="2476" y="12668"/>
                  </a:cubicBezTo>
                  <a:cubicBezTo>
                    <a:pt x="34004" y="5810"/>
                    <a:pt x="70580" y="0"/>
                    <a:pt x="106871" y="16764"/>
                  </a:cubicBezTo>
                  <a:cubicBezTo>
                    <a:pt x="108204" y="17335"/>
                    <a:pt x="108775" y="18955"/>
                    <a:pt x="108204" y="20383"/>
                  </a:cubicBezTo>
                  <a:cubicBezTo>
                    <a:pt x="107728" y="21431"/>
                    <a:pt x="106585" y="22003"/>
                    <a:pt x="105442" y="22003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5180171" y="5423154"/>
              <a:ext cx="108775" cy="22003"/>
            </a:xfrm>
            <a:custGeom>
              <a:avLst/>
              <a:gdLst/>
              <a:ahLst/>
              <a:cxnLst/>
              <a:rect l="l" t="t" r="r" b="b"/>
              <a:pathLst>
                <a:path w="108775" h="22003">
                  <a:moveTo>
                    <a:pt x="105442" y="22003"/>
                  </a:moveTo>
                  <a:cubicBezTo>
                    <a:pt x="105156" y="22003"/>
                    <a:pt x="104585" y="22003"/>
                    <a:pt x="104299" y="21812"/>
                  </a:cubicBezTo>
                  <a:cubicBezTo>
                    <a:pt x="69723" y="5810"/>
                    <a:pt x="34290" y="11525"/>
                    <a:pt x="3619" y="18193"/>
                  </a:cubicBezTo>
                  <a:cubicBezTo>
                    <a:pt x="2191" y="18478"/>
                    <a:pt x="571" y="17621"/>
                    <a:pt x="286" y="16002"/>
                  </a:cubicBezTo>
                  <a:cubicBezTo>
                    <a:pt x="0" y="14573"/>
                    <a:pt x="857" y="12954"/>
                    <a:pt x="2476" y="12668"/>
                  </a:cubicBezTo>
                  <a:cubicBezTo>
                    <a:pt x="34004" y="5810"/>
                    <a:pt x="70580" y="0"/>
                    <a:pt x="106871" y="16764"/>
                  </a:cubicBezTo>
                  <a:cubicBezTo>
                    <a:pt x="108204" y="17335"/>
                    <a:pt x="108775" y="19050"/>
                    <a:pt x="108204" y="20383"/>
                  </a:cubicBezTo>
                  <a:cubicBezTo>
                    <a:pt x="107728" y="21526"/>
                    <a:pt x="106585" y="22003"/>
                    <a:pt x="105442" y="22003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5180171" y="5458968"/>
              <a:ext cx="108775" cy="22384"/>
            </a:xfrm>
            <a:custGeom>
              <a:avLst/>
              <a:gdLst/>
              <a:ahLst/>
              <a:cxnLst/>
              <a:rect l="l" t="t" r="r" b="b"/>
              <a:pathLst>
                <a:path w="108775" h="22384">
                  <a:moveTo>
                    <a:pt x="105442" y="22384"/>
                  </a:moveTo>
                  <a:cubicBezTo>
                    <a:pt x="105156" y="22384"/>
                    <a:pt x="104585" y="22384"/>
                    <a:pt x="104299" y="22098"/>
                  </a:cubicBezTo>
                  <a:cubicBezTo>
                    <a:pt x="69723" y="6096"/>
                    <a:pt x="34290" y="11621"/>
                    <a:pt x="3619" y="18193"/>
                  </a:cubicBezTo>
                  <a:cubicBezTo>
                    <a:pt x="2191" y="18478"/>
                    <a:pt x="571" y="17621"/>
                    <a:pt x="286" y="16002"/>
                  </a:cubicBezTo>
                  <a:cubicBezTo>
                    <a:pt x="0" y="14668"/>
                    <a:pt x="857" y="12954"/>
                    <a:pt x="2476" y="12668"/>
                  </a:cubicBezTo>
                  <a:cubicBezTo>
                    <a:pt x="34004" y="5810"/>
                    <a:pt x="70580" y="0"/>
                    <a:pt x="106871" y="16859"/>
                  </a:cubicBezTo>
                  <a:cubicBezTo>
                    <a:pt x="108204" y="17336"/>
                    <a:pt x="108775" y="19050"/>
                    <a:pt x="108204" y="20383"/>
                  </a:cubicBezTo>
                  <a:cubicBezTo>
                    <a:pt x="107728" y="21812"/>
                    <a:pt x="106585" y="22384"/>
                    <a:pt x="105442" y="22384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5180171" y="5495068"/>
              <a:ext cx="108775" cy="22098"/>
            </a:xfrm>
            <a:custGeom>
              <a:avLst/>
              <a:gdLst/>
              <a:ahLst/>
              <a:cxnLst/>
              <a:rect l="l" t="t" r="r" b="b"/>
              <a:pathLst>
                <a:path w="108775" h="22098">
                  <a:moveTo>
                    <a:pt x="105442" y="22098"/>
                  </a:moveTo>
                  <a:cubicBezTo>
                    <a:pt x="105156" y="22098"/>
                    <a:pt x="104585" y="22098"/>
                    <a:pt x="104299" y="21812"/>
                  </a:cubicBezTo>
                  <a:cubicBezTo>
                    <a:pt x="69723" y="5810"/>
                    <a:pt x="34290" y="11621"/>
                    <a:pt x="3619" y="18193"/>
                  </a:cubicBezTo>
                  <a:cubicBezTo>
                    <a:pt x="2191" y="18479"/>
                    <a:pt x="571" y="17717"/>
                    <a:pt x="286" y="16002"/>
                  </a:cubicBezTo>
                  <a:cubicBezTo>
                    <a:pt x="0" y="14669"/>
                    <a:pt x="857" y="12954"/>
                    <a:pt x="2476" y="12668"/>
                  </a:cubicBezTo>
                  <a:cubicBezTo>
                    <a:pt x="34004" y="5810"/>
                    <a:pt x="70580" y="0"/>
                    <a:pt x="106871" y="16859"/>
                  </a:cubicBezTo>
                  <a:cubicBezTo>
                    <a:pt x="108204" y="17431"/>
                    <a:pt x="108775" y="19050"/>
                    <a:pt x="108204" y="20383"/>
                  </a:cubicBezTo>
                  <a:cubicBezTo>
                    <a:pt x="107728" y="21526"/>
                    <a:pt x="106585" y="22098"/>
                    <a:pt x="105442" y="22098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5014912" y="5307520"/>
              <a:ext cx="153924" cy="258985"/>
            </a:xfrm>
            <a:custGeom>
              <a:avLst/>
              <a:gdLst/>
              <a:ahLst/>
              <a:cxnLst/>
              <a:rect l="l" t="t" r="r" b="b"/>
              <a:pathLst>
                <a:path w="153924" h="258985">
                  <a:moveTo>
                    <a:pt x="78772" y="11239"/>
                  </a:moveTo>
                  <a:cubicBezTo>
                    <a:pt x="56579" y="11049"/>
                    <a:pt x="33814" y="14288"/>
                    <a:pt x="11335" y="24098"/>
                  </a:cubicBezTo>
                  <a:lnTo>
                    <a:pt x="11335" y="245174"/>
                  </a:lnTo>
                  <a:cubicBezTo>
                    <a:pt x="56960" y="226981"/>
                    <a:pt x="102584" y="233077"/>
                    <a:pt x="142589" y="241363"/>
                  </a:cubicBezTo>
                  <a:lnTo>
                    <a:pt x="142589" y="19431"/>
                  </a:lnTo>
                  <a:cubicBezTo>
                    <a:pt x="122396" y="15145"/>
                    <a:pt x="100870" y="11430"/>
                    <a:pt x="78772" y="11239"/>
                  </a:cubicBezTo>
                  <a:close/>
                  <a:moveTo>
                    <a:pt x="78867" y="286"/>
                  </a:moveTo>
                  <a:cubicBezTo>
                    <a:pt x="103537" y="571"/>
                    <a:pt x="127349" y="4953"/>
                    <a:pt x="149352" y="9715"/>
                  </a:cubicBezTo>
                  <a:cubicBezTo>
                    <a:pt x="151924" y="10287"/>
                    <a:pt x="153924" y="12478"/>
                    <a:pt x="153924" y="15240"/>
                  </a:cubicBezTo>
                  <a:lnTo>
                    <a:pt x="153924" y="248507"/>
                  </a:lnTo>
                  <a:cubicBezTo>
                    <a:pt x="153924" y="250126"/>
                    <a:pt x="153067" y="251841"/>
                    <a:pt x="151924" y="252889"/>
                  </a:cubicBezTo>
                  <a:cubicBezTo>
                    <a:pt x="150495" y="254032"/>
                    <a:pt x="148781" y="254317"/>
                    <a:pt x="147066" y="254032"/>
                  </a:cubicBezTo>
                  <a:cubicBezTo>
                    <a:pt x="104870" y="244888"/>
                    <a:pt x="55817" y="236887"/>
                    <a:pt x="7906" y="258985"/>
                  </a:cubicBezTo>
                  <a:lnTo>
                    <a:pt x="5620" y="258985"/>
                  </a:lnTo>
                  <a:cubicBezTo>
                    <a:pt x="4477" y="258985"/>
                    <a:pt x="3619" y="258699"/>
                    <a:pt x="2476" y="258128"/>
                  </a:cubicBezTo>
                  <a:cubicBezTo>
                    <a:pt x="857" y="257080"/>
                    <a:pt x="0" y="255365"/>
                    <a:pt x="0" y="253460"/>
                  </a:cubicBezTo>
                  <a:lnTo>
                    <a:pt x="0" y="20479"/>
                  </a:lnTo>
                  <a:cubicBezTo>
                    <a:pt x="0" y="18288"/>
                    <a:pt x="1143" y="16383"/>
                    <a:pt x="3048" y="15526"/>
                  </a:cubicBezTo>
                  <a:cubicBezTo>
                    <a:pt x="28575" y="3810"/>
                    <a:pt x="54197" y="0"/>
                    <a:pt x="78867" y="286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5064728" y="5311807"/>
              <a:ext cx="53626" cy="106394"/>
            </a:xfrm>
            <a:custGeom>
              <a:avLst/>
              <a:gdLst/>
              <a:ahLst/>
              <a:cxnLst/>
              <a:rect l="l" t="t" r="r" b="b"/>
              <a:pathLst>
                <a:path w="53626" h="106394">
                  <a:moveTo>
                    <a:pt x="2857" y="106108"/>
                  </a:moveTo>
                  <a:cubicBezTo>
                    <a:pt x="2286" y="106108"/>
                    <a:pt x="2000" y="106108"/>
                    <a:pt x="1429" y="105823"/>
                  </a:cubicBezTo>
                  <a:cubicBezTo>
                    <a:pt x="571" y="105251"/>
                    <a:pt x="0" y="104489"/>
                    <a:pt x="0" y="103346"/>
                  </a:cubicBezTo>
                  <a:lnTo>
                    <a:pt x="0" y="2762"/>
                  </a:lnTo>
                  <a:cubicBezTo>
                    <a:pt x="0" y="1048"/>
                    <a:pt x="1143" y="0"/>
                    <a:pt x="2857" y="0"/>
                  </a:cubicBezTo>
                  <a:cubicBezTo>
                    <a:pt x="4572" y="0"/>
                    <a:pt x="5715" y="1048"/>
                    <a:pt x="5715" y="2762"/>
                  </a:cubicBezTo>
                  <a:lnTo>
                    <a:pt x="5715" y="97822"/>
                  </a:lnTo>
                  <a:lnTo>
                    <a:pt x="25241" y="84582"/>
                  </a:lnTo>
                  <a:cubicBezTo>
                    <a:pt x="26099" y="84011"/>
                    <a:pt x="27527" y="84011"/>
                    <a:pt x="28385" y="84582"/>
                  </a:cubicBezTo>
                  <a:lnTo>
                    <a:pt x="47911" y="97822"/>
                  </a:lnTo>
                  <a:lnTo>
                    <a:pt x="47911" y="2762"/>
                  </a:lnTo>
                  <a:cubicBezTo>
                    <a:pt x="47911" y="1048"/>
                    <a:pt x="49054" y="0"/>
                    <a:pt x="50768" y="0"/>
                  </a:cubicBezTo>
                  <a:cubicBezTo>
                    <a:pt x="52483" y="0"/>
                    <a:pt x="53626" y="1048"/>
                    <a:pt x="53626" y="2762"/>
                  </a:cubicBezTo>
                  <a:lnTo>
                    <a:pt x="53626" y="103346"/>
                  </a:lnTo>
                  <a:cubicBezTo>
                    <a:pt x="53626" y="104489"/>
                    <a:pt x="53054" y="105251"/>
                    <a:pt x="52197" y="105823"/>
                  </a:cubicBezTo>
                  <a:cubicBezTo>
                    <a:pt x="51340" y="106394"/>
                    <a:pt x="50197" y="106108"/>
                    <a:pt x="49339" y="105537"/>
                  </a:cubicBezTo>
                  <a:lnTo>
                    <a:pt x="26956" y="90392"/>
                  </a:lnTo>
                  <a:lnTo>
                    <a:pt x="4572" y="105537"/>
                  </a:lnTo>
                  <a:cubicBezTo>
                    <a:pt x="4000" y="105823"/>
                    <a:pt x="3429" y="106108"/>
                    <a:pt x="2857" y="106108"/>
                  </a:cubicBezTo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1683163" y="5300758"/>
            <a:ext cx="292989" cy="292513"/>
            <a:chOff x="1683163" y="5300758"/>
            <a:chExt cx="292989" cy="292513"/>
          </a:xfrm>
        </p:grpSpPr>
        <p:sp>
          <p:nvSpPr>
            <p:cNvPr id="70" name="Freeform 70"/>
            <p:cNvSpPr/>
            <p:nvPr/>
          </p:nvSpPr>
          <p:spPr>
            <a:xfrm>
              <a:off x="1683163" y="5300758"/>
              <a:ext cx="292989" cy="292513"/>
            </a:xfrm>
            <a:custGeom>
              <a:avLst/>
              <a:gdLst/>
              <a:ahLst/>
              <a:cxnLst/>
              <a:rect l="l" t="t" r="r" b="b"/>
              <a:pathLst>
                <a:path w="292989" h="292513">
                  <a:moveTo>
                    <a:pt x="292989" y="292513"/>
                  </a:moveTo>
                  <a:lnTo>
                    <a:pt x="280797" y="292513"/>
                  </a:lnTo>
                  <a:cubicBezTo>
                    <a:pt x="272986" y="228410"/>
                    <a:pt x="211550" y="176689"/>
                    <a:pt x="146494" y="176689"/>
                  </a:cubicBezTo>
                  <a:cubicBezTo>
                    <a:pt x="81534" y="176689"/>
                    <a:pt x="20098" y="228410"/>
                    <a:pt x="12192" y="292513"/>
                  </a:cubicBezTo>
                  <a:lnTo>
                    <a:pt x="0" y="292513"/>
                  </a:lnTo>
                  <a:cubicBezTo>
                    <a:pt x="6382" y="233458"/>
                    <a:pt x="48292" y="184975"/>
                    <a:pt x="102870" y="168593"/>
                  </a:cubicBezTo>
                  <a:cubicBezTo>
                    <a:pt x="74866" y="153638"/>
                    <a:pt x="54959" y="125825"/>
                    <a:pt x="54959" y="91345"/>
                  </a:cubicBezTo>
                  <a:cubicBezTo>
                    <a:pt x="54959" y="42005"/>
                    <a:pt x="98107" y="0"/>
                    <a:pt x="146494" y="0"/>
                  </a:cubicBezTo>
                  <a:cubicBezTo>
                    <a:pt x="194881" y="0"/>
                    <a:pt x="238125" y="42005"/>
                    <a:pt x="238125" y="91345"/>
                  </a:cubicBezTo>
                  <a:cubicBezTo>
                    <a:pt x="238125" y="125825"/>
                    <a:pt x="218123" y="153638"/>
                    <a:pt x="190214" y="168593"/>
                  </a:cubicBezTo>
                  <a:cubicBezTo>
                    <a:pt x="244697" y="184975"/>
                    <a:pt x="286607" y="233458"/>
                    <a:pt x="292989" y="292513"/>
                  </a:cubicBezTo>
                  <a:close/>
                  <a:moveTo>
                    <a:pt x="225838" y="91345"/>
                  </a:moveTo>
                  <a:cubicBezTo>
                    <a:pt x="225838" y="50959"/>
                    <a:pt x="186118" y="12192"/>
                    <a:pt x="146494" y="12192"/>
                  </a:cubicBezTo>
                  <a:cubicBezTo>
                    <a:pt x="106870" y="12192"/>
                    <a:pt x="67151" y="50959"/>
                    <a:pt x="67151" y="91345"/>
                  </a:cubicBezTo>
                  <a:cubicBezTo>
                    <a:pt x="67151" y="131826"/>
                    <a:pt x="106870" y="164497"/>
                    <a:pt x="146494" y="164497"/>
                  </a:cubicBezTo>
                  <a:cubicBezTo>
                    <a:pt x="186118" y="164497"/>
                    <a:pt x="225838" y="131826"/>
                    <a:pt x="225838" y="91345"/>
                  </a:cubicBez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482489" y="5284756"/>
            <a:ext cx="323945" cy="324040"/>
            <a:chOff x="8482489" y="5284756"/>
            <a:chExt cx="323945" cy="324040"/>
          </a:xfrm>
        </p:grpSpPr>
        <p:sp>
          <p:nvSpPr>
            <p:cNvPr id="72" name="Freeform 72"/>
            <p:cNvSpPr/>
            <p:nvPr/>
          </p:nvSpPr>
          <p:spPr>
            <a:xfrm>
              <a:off x="8482489" y="5284756"/>
              <a:ext cx="323945" cy="324040"/>
            </a:xfrm>
            <a:custGeom>
              <a:avLst/>
              <a:gdLst/>
              <a:ahLst/>
              <a:cxnLst/>
              <a:rect l="l" t="t" r="r" b="b"/>
              <a:pathLst>
                <a:path w="323945" h="324040">
                  <a:moveTo>
                    <a:pt x="162211" y="0"/>
                  </a:moveTo>
                  <a:cubicBezTo>
                    <a:pt x="251841" y="0"/>
                    <a:pt x="323945" y="72390"/>
                    <a:pt x="323945" y="162020"/>
                  </a:cubicBezTo>
                  <a:cubicBezTo>
                    <a:pt x="323945" y="251650"/>
                    <a:pt x="251841" y="324040"/>
                    <a:pt x="162211" y="324040"/>
                  </a:cubicBezTo>
                  <a:cubicBezTo>
                    <a:pt x="72676" y="324040"/>
                    <a:pt x="0" y="251650"/>
                    <a:pt x="0" y="162020"/>
                  </a:cubicBezTo>
                  <a:cubicBezTo>
                    <a:pt x="0" y="72390"/>
                    <a:pt x="72676" y="0"/>
                    <a:pt x="162211" y="0"/>
                  </a:cubicBezTo>
                  <a:close/>
                  <a:moveTo>
                    <a:pt x="179165" y="172021"/>
                  </a:moveTo>
                  <a:cubicBezTo>
                    <a:pt x="175355" y="179260"/>
                    <a:pt x="167164" y="183737"/>
                    <a:pt x="158972" y="182023"/>
                  </a:cubicBezTo>
                  <a:cubicBezTo>
                    <a:pt x="148019" y="179832"/>
                    <a:pt x="140970" y="169259"/>
                    <a:pt x="143161" y="158686"/>
                  </a:cubicBezTo>
                  <a:cubicBezTo>
                    <a:pt x="145351" y="147542"/>
                    <a:pt x="155162" y="140303"/>
                    <a:pt x="166116" y="141922"/>
                  </a:cubicBezTo>
                  <a:cubicBezTo>
                    <a:pt x="167735" y="142494"/>
                    <a:pt x="169926" y="143065"/>
                    <a:pt x="170974" y="144208"/>
                  </a:cubicBezTo>
                  <a:cubicBezTo>
                    <a:pt x="171545" y="144208"/>
                    <a:pt x="172117" y="144208"/>
                    <a:pt x="172593" y="143637"/>
                  </a:cubicBezTo>
                  <a:cubicBezTo>
                    <a:pt x="191738" y="125254"/>
                    <a:pt x="211455" y="106299"/>
                    <a:pt x="231076" y="88011"/>
                  </a:cubicBezTo>
                  <a:cubicBezTo>
                    <a:pt x="237077" y="81820"/>
                    <a:pt x="245840" y="91345"/>
                    <a:pt x="239840" y="96869"/>
                  </a:cubicBezTo>
                  <a:cubicBezTo>
                    <a:pt x="220123" y="115824"/>
                    <a:pt x="200501" y="134683"/>
                    <a:pt x="180785" y="153067"/>
                  </a:cubicBezTo>
                  <a:cubicBezTo>
                    <a:pt x="180308" y="153638"/>
                    <a:pt x="180308" y="154210"/>
                    <a:pt x="180785" y="154781"/>
                  </a:cubicBezTo>
                  <a:cubicBezTo>
                    <a:pt x="181356" y="155924"/>
                    <a:pt x="181356" y="157543"/>
                    <a:pt x="181928" y="159258"/>
                  </a:cubicBezTo>
                  <a:cubicBezTo>
                    <a:pt x="181928" y="159734"/>
                    <a:pt x="181928" y="159734"/>
                    <a:pt x="182499" y="159734"/>
                  </a:cubicBezTo>
                  <a:cubicBezTo>
                    <a:pt x="199358" y="162592"/>
                    <a:pt x="216884" y="166497"/>
                    <a:pt x="233839" y="169259"/>
                  </a:cubicBezTo>
                  <a:cubicBezTo>
                    <a:pt x="243078" y="170878"/>
                    <a:pt x="240887" y="182594"/>
                    <a:pt x="231648" y="180975"/>
                  </a:cubicBezTo>
                  <a:cubicBezTo>
                    <a:pt x="214694" y="177641"/>
                    <a:pt x="197263" y="174784"/>
                    <a:pt x="180785" y="171450"/>
                  </a:cubicBezTo>
                  <a:cubicBezTo>
                    <a:pt x="180308" y="171450"/>
                    <a:pt x="179737" y="171450"/>
                    <a:pt x="179165" y="172021"/>
                  </a:cubicBezTo>
                  <a:close/>
                  <a:moveTo>
                    <a:pt x="160592" y="172021"/>
                  </a:moveTo>
                  <a:cubicBezTo>
                    <a:pt x="148019" y="169831"/>
                    <a:pt x="151352" y="149733"/>
                    <a:pt x="163925" y="152019"/>
                  </a:cubicBezTo>
                  <a:cubicBezTo>
                    <a:pt x="176975" y="154210"/>
                    <a:pt x="173165" y="174212"/>
                    <a:pt x="160592" y="172021"/>
                  </a:cubicBezTo>
                  <a:close/>
                  <a:moveTo>
                    <a:pt x="162211" y="21717"/>
                  </a:moveTo>
                  <a:cubicBezTo>
                    <a:pt x="239840" y="21717"/>
                    <a:pt x="302705" y="84582"/>
                    <a:pt x="302705" y="162020"/>
                  </a:cubicBezTo>
                  <a:cubicBezTo>
                    <a:pt x="302705" y="239363"/>
                    <a:pt x="239840" y="302895"/>
                    <a:pt x="162211" y="302895"/>
                  </a:cubicBezTo>
                  <a:cubicBezTo>
                    <a:pt x="84677" y="302895"/>
                    <a:pt x="21812" y="239363"/>
                    <a:pt x="21812" y="162020"/>
                  </a:cubicBezTo>
                  <a:cubicBezTo>
                    <a:pt x="21812" y="84582"/>
                    <a:pt x="84677" y="21717"/>
                    <a:pt x="162211" y="21717"/>
                  </a:cubicBezTo>
                  <a:close/>
                  <a:moveTo>
                    <a:pt x="162211" y="251079"/>
                  </a:moveTo>
                  <a:cubicBezTo>
                    <a:pt x="170974" y="251079"/>
                    <a:pt x="178118" y="257746"/>
                    <a:pt x="178118" y="266700"/>
                  </a:cubicBezTo>
                  <a:cubicBezTo>
                    <a:pt x="178118" y="275558"/>
                    <a:pt x="170974" y="282797"/>
                    <a:pt x="162211" y="282797"/>
                  </a:cubicBezTo>
                  <a:cubicBezTo>
                    <a:pt x="153543" y="282797"/>
                    <a:pt x="146399" y="275558"/>
                    <a:pt x="146399" y="266700"/>
                  </a:cubicBezTo>
                  <a:cubicBezTo>
                    <a:pt x="146399" y="257746"/>
                    <a:pt x="153543" y="251079"/>
                    <a:pt x="162211" y="251079"/>
                  </a:cubicBezTo>
                  <a:close/>
                  <a:moveTo>
                    <a:pt x="162211" y="41243"/>
                  </a:moveTo>
                  <a:cubicBezTo>
                    <a:pt x="174308" y="41243"/>
                    <a:pt x="184118" y="51244"/>
                    <a:pt x="184118" y="63436"/>
                  </a:cubicBezTo>
                  <a:cubicBezTo>
                    <a:pt x="184118" y="75724"/>
                    <a:pt x="174308" y="85725"/>
                    <a:pt x="162211" y="85725"/>
                  </a:cubicBezTo>
                  <a:cubicBezTo>
                    <a:pt x="149638" y="85725"/>
                    <a:pt x="139827" y="75724"/>
                    <a:pt x="139827" y="63436"/>
                  </a:cubicBezTo>
                  <a:cubicBezTo>
                    <a:pt x="139827" y="51244"/>
                    <a:pt x="149638" y="41243"/>
                    <a:pt x="162211" y="41243"/>
                  </a:cubicBezTo>
                  <a:close/>
                </a:path>
              </a:pathLst>
            </a:custGeom>
            <a:solidFill>
              <a:srgbClr val="8B0012"/>
            </a:solidFill>
            <a:ln>
              <a:noFill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857250" y="5143500"/>
            <a:ext cx="11049000" cy="647700"/>
            <a:chOff x="857250" y="5143500"/>
            <a:chExt cx="11049000" cy="647700"/>
          </a:xfrm>
        </p:grpSpPr>
        <p:sp>
          <p:nvSpPr>
            <p:cNvPr id="74" name="Rectangle 74"/>
            <p:cNvSpPr/>
            <p:nvPr/>
          </p:nvSpPr>
          <p:spPr>
            <a:xfrm>
              <a:off x="857250" y="5143500"/>
              <a:ext cx="11049000" cy="6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1209675" y="5331619"/>
              <a:ext cx="190500" cy="214312"/>
              <a:chOff x="1209675" y="5331619"/>
              <a:chExt cx="190500" cy="214312"/>
            </a:xfrm>
          </p:grpSpPr>
          <p:sp>
            <p:nvSpPr>
              <p:cNvPr id="75" name="Ellipse 75"/>
              <p:cNvSpPr/>
              <p:nvPr/>
            </p:nvSpPr>
            <p:spPr>
              <a:xfrm>
                <a:off x="1245394" y="5331619"/>
                <a:ext cx="119062" cy="119062"/>
              </a:xfrm>
              <a:prstGeom prst="ellipse">
                <a:avLst/>
              </a:pr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1209675" y="5450681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190500" y="95250"/>
                    </a:move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</p:grpSp>
        <p:grpSp>
          <p:nvGrpSpPr>
            <p:cNvPr id="81" name="Group 81"/>
            <p:cNvGrpSpPr/>
            <p:nvPr/>
          </p:nvGrpSpPr>
          <p:grpSpPr>
            <a:xfrm>
              <a:off x="4671916" y="5354711"/>
              <a:ext cx="247747" cy="167408"/>
              <a:chOff x="4671916" y="5354711"/>
              <a:chExt cx="247747" cy="167408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4671916" y="5354711"/>
                <a:ext cx="238489" cy="120503"/>
              </a:xfrm>
              <a:custGeom>
                <a:avLst/>
                <a:gdLst/>
                <a:ahLst/>
                <a:cxnLst/>
                <a:rect l="l" t="t" r="r" b="b"/>
                <a:pathLst>
                  <a:path w="238489" h="120503">
                    <a:moveTo>
                      <a:pt x="231316" y="71205"/>
                    </a:moveTo>
                    <a:cubicBezTo>
                      <a:pt x="235686" y="69287"/>
                      <a:pt x="238489" y="64945"/>
                      <a:pt x="238438" y="60173"/>
                    </a:cubicBezTo>
                    <a:cubicBezTo>
                      <a:pt x="238386" y="55400"/>
                      <a:pt x="235489" y="51120"/>
                      <a:pt x="231077" y="49298"/>
                    </a:cubicBezTo>
                    <a:lnTo>
                      <a:pt x="129041" y="2863"/>
                    </a:lnTo>
                    <a:cubicBezTo>
                      <a:pt x="122764" y="0"/>
                      <a:pt x="115554" y="0"/>
                      <a:pt x="109277" y="2863"/>
                    </a:cubicBezTo>
                    <a:lnTo>
                      <a:pt x="7240" y="49298"/>
                    </a:lnTo>
                    <a:cubicBezTo>
                      <a:pt x="2850" y="51168"/>
                      <a:pt x="0" y="55479"/>
                      <a:pt x="0" y="60251"/>
                    </a:cubicBezTo>
                    <a:cubicBezTo>
                      <a:pt x="0" y="65024"/>
                      <a:pt x="2850" y="69335"/>
                      <a:pt x="7240" y="71205"/>
                    </a:cubicBezTo>
                    <a:lnTo>
                      <a:pt x="109277" y="117639"/>
                    </a:lnTo>
                    <a:cubicBezTo>
                      <a:pt x="115554" y="120503"/>
                      <a:pt x="122764" y="120503"/>
                      <a:pt x="129041" y="117639"/>
                    </a:cubicBezTo>
                    <a:close/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4910138" y="5414962"/>
                <a:ext cx="95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1438">
                    <a:moveTo>
                      <a:pt x="0" y="0"/>
                    </a:moveTo>
                    <a:lnTo>
                      <a:pt x="0" y="71438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4719638" y="5444728"/>
                <a:ext cx="142875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7391">
                    <a:moveTo>
                      <a:pt x="0" y="0"/>
                    </a:moveTo>
                    <a:lnTo>
                      <a:pt x="0" y="41672"/>
                    </a:lnTo>
                    <a:cubicBezTo>
                      <a:pt x="0" y="61399"/>
                      <a:pt x="31984" y="77391"/>
                      <a:pt x="71438" y="77391"/>
                    </a:cubicBezTo>
                    <a:cubicBezTo>
                      <a:pt x="110891" y="77391"/>
                      <a:pt x="142875" y="61399"/>
                      <a:pt x="142875" y="41672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1431">
                <a:solidFill>
                  <a:srgbClr val="8B0012"/>
                </a:solidFill>
              </a:ln>
            </p:spPr>
          </p:sp>
        </p:grpSp>
        <p:grpSp>
          <p:nvGrpSpPr>
            <p:cNvPr id="84" name="Group 84"/>
            <p:cNvGrpSpPr/>
            <p:nvPr/>
          </p:nvGrpSpPr>
          <p:grpSpPr>
            <a:xfrm>
              <a:off x="8234362" y="5343525"/>
              <a:ext cx="238126" cy="190501"/>
              <a:chOff x="8234362" y="5343525"/>
              <a:chExt cx="238126" cy="190501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234362" y="5385614"/>
                <a:ext cx="238126" cy="148412"/>
              </a:xfrm>
              <a:custGeom>
                <a:avLst/>
                <a:gdLst/>
                <a:ahLst/>
                <a:cxnLst/>
                <a:rect l="l" t="t" r="r" b="b"/>
                <a:pathLst>
                  <a:path w="238126" h="148412">
                    <a:moveTo>
                      <a:pt x="238125" y="0"/>
                    </a:moveTo>
                    <a:lnTo>
                      <a:pt x="238125" y="112693"/>
                    </a:lnTo>
                    <a:cubicBezTo>
                      <a:pt x="238126" y="131606"/>
                      <a:pt x="223383" y="147242"/>
                      <a:pt x="204502" y="148352"/>
                    </a:cubicBezTo>
                    <a:lnTo>
                      <a:pt x="202406" y="148411"/>
                    </a:lnTo>
                    <a:lnTo>
                      <a:pt x="35719" y="148411"/>
                    </a:lnTo>
                    <a:cubicBezTo>
                      <a:pt x="16805" y="148412"/>
                      <a:pt x="1169" y="133669"/>
                      <a:pt x="60" y="114788"/>
                    </a:cubicBezTo>
                    <a:lnTo>
                      <a:pt x="0" y="112693"/>
                    </a:lnTo>
                    <a:lnTo>
                      <a:pt x="0" y="0"/>
                    </a:lnTo>
                    <a:lnTo>
                      <a:pt x="112455" y="74974"/>
                    </a:lnTo>
                    <a:lnTo>
                      <a:pt x="113836" y="75759"/>
                    </a:lnTo>
                    <a:cubicBezTo>
                      <a:pt x="117134" y="77371"/>
                      <a:pt x="120991" y="77371"/>
                      <a:pt x="124289" y="75759"/>
                    </a:cubicBezTo>
                    <a:lnTo>
                      <a:pt x="125670" y="74974"/>
                    </a:lnTo>
                    <a:lnTo>
                      <a:pt x="238125" y="0"/>
                    </a:ln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239661" y="5343525"/>
                <a:ext cx="227528" cy="92833"/>
              </a:xfrm>
              <a:custGeom>
                <a:avLst/>
                <a:gdLst/>
                <a:ahLst/>
                <a:cxnLst/>
                <a:rect l="l" t="t" r="r" b="b"/>
                <a:pathLst>
                  <a:path w="227528" h="92833">
                    <a:moveTo>
                      <a:pt x="197108" y="0"/>
                    </a:moveTo>
                    <a:cubicBezTo>
                      <a:pt x="209967" y="0"/>
                      <a:pt x="221242" y="6787"/>
                      <a:pt x="227528" y="16990"/>
                    </a:cubicBezTo>
                    <a:lnTo>
                      <a:pt x="113764" y="92833"/>
                    </a:lnTo>
                    <a:lnTo>
                      <a:pt x="0" y="16990"/>
                    </a:lnTo>
                    <a:cubicBezTo>
                      <a:pt x="6057" y="7152"/>
                      <a:pt x="16500" y="853"/>
                      <a:pt x="28027" y="83"/>
                    </a:cubicBezTo>
                    <a:lnTo>
                      <a:pt x="30420" y="0"/>
                    </a:lnTo>
                    <a:lnTo>
                      <a:pt x="197108" y="0"/>
                    </a:lnTo>
                    <a:close/>
                  </a:path>
                </a:pathLst>
              </a:custGeom>
              <a:solidFill>
                <a:srgbClr val="8B0012"/>
              </a:solidFill>
              <a:ln>
                <a:noFill/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562100" y="5257800"/>
              <a:ext cx="25717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答辩人：</a:t>
              </a:r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王伟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048250" y="5257800"/>
              <a:ext cx="300037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指导老师：</a:t>
              </a:r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马和民 教授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610600" y="5257800"/>
              <a:ext cx="300037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专业：</a:t>
              </a:r>
              <a:r>
                <a:rPr lang="zh-CN" sz="165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教育学原理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987160" y="419100"/>
            <a:ext cx="1685530" cy="304800"/>
            <a:chOff x="9987160" y="419100"/>
            <a:chExt cx="1685530" cy="304800"/>
          </a:xfrm>
        </p:grpSpPr>
        <p:pic>
          <p:nvPicPr>
            <p:cNvPr id="89" name="Image 8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87160" y="419100"/>
              <a:ext cx="1685530" cy="3048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33" grpId="0"/>
      <p:bldP spid="59" grpId="0"/>
      <p:bldP spid="69" grpId="0"/>
      <p:bldP spid="71" grpId="0"/>
      <p:bldP spid="73" grpId="0"/>
      <p:bldP spid="9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